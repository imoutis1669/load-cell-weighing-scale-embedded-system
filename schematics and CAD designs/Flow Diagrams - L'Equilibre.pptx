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2" r:id="rId5"/>
    <p:sldId id="263" r:id="rId6"/>
    <p:sldId id="256" r:id="rId7"/>
    <p:sldId id="257" r:id="rId8"/>
    <p:sldId id="258" r:id="rId9"/>
    <p:sldId id="259" r:id="rId10"/>
    <p:sldId id="261" r:id="rId11"/>
    <p:sldId id="260" r:id="rId12"/>
    <p:sldId id="266" r:id="rId13"/>
    <p:sldId id="264" r:id="rId14"/>
    <p:sldId id="265" r:id="rId15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Methods" id="{32FF04CD-C9FF-46AA-B8C4-8BA84ECCFA32}">
          <p14:sldIdLst>
            <p14:sldId id="262"/>
            <p14:sldId id="263"/>
          </p14:sldIdLst>
        </p14:section>
        <p14:section name="Methods" id="{F28AC343-27DB-4B39-BF9F-8430BC1A1DE1}">
          <p14:sldIdLst>
            <p14:sldId id="256"/>
            <p14:sldId id="257"/>
            <p14:sldId id="258"/>
            <p14:sldId id="259"/>
            <p14:sldId id="261"/>
            <p14:sldId id="260"/>
            <p14:sldId id="266"/>
          </p14:sldIdLst>
        </p14:section>
        <p14:section name="ISR" id="{F45C8362-B80D-47A4-8B33-E89F7CBD27AD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26B2E7-DA3C-E121-7884-6FB71CDC20A2}" v="423" dt="2025-03-26T21:13:45.593"/>
    <p1510:client id="{8F3134F4-F134-0379-2534-702CAD4D3D54}" v="193" dt="2025-03-26T10:32:41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68" autoAdjust="0"/>
    <p:restoredTop sz="94660"/>
  </p:normalViewPr>
  <p:slideViewPr>
    <p:cSldViewPr snapToGrid="0">
      <p:cViewPr varScale="1">
        <p:scale>
          <a:sx n="83" d="100"/>
          <a:sy n="83" d="100"/>
        </p:scale>
        <p:origin x="71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Pritchard (Student)" userId="S::240082529@aston.ac.uk::7f127e5d-3d04-4766-b41c-6ca91891a9f5" providerId="AD" clId="Web-{8F3134F4-F134-0379-2534-702CAD4D3D54}"/>
    <pc:docChg chg="modSld">
      <pc:chgData name="John Pritchard (Student)" userId="S::240082529@aston.ac.uk::7f127e5d-3d04-4766-b41c-6ca91891a9f5" providerId="AD" clId="Web-{8F3134F4-F134-0379-2534-702CAD4D3D54}" dt="2025-03-26T10:32:41.326" v="183"/>
      <pc:docMkLst>
        <pc:docMk/>
      </pc:docMkLst>
      <pc:sldChg chg="modSp">
        <pc:chgData name="John Pritchard (Student)" userId="S::240082529@aston.ac.uk::7f127e5d-3d04-4766-b41c-6ca91891a9f5" providerId="AD" clId="Web-{8F3134F4-F134-0379-2534-702CAD4D3D54}" dt="2025-03-26T10:29:01.408" v="112"/>
        <pc:sldMkLst>
          <pc:docMk/>
          <pc:sldMk cId="4239072212" sldId="256"/>
        </pc:sldMkLst>
        <pc:spChg chg="mod">
          <ac:chgData name="John Pritchard (Student)" userId="S::240082529@aston.ac.uk::7f127e5d-3d04-4766-b41c-6ca91891a9f5" providerId="AD" clId="Web-{8F3134F4-F134-0379-2534-702CAD4D3D54}" dt="2025-03-26T10:29:01.346" v="106"/>
          <ac:spMkLst>
            <pc:docMk/>
            <pc:sldMk cId="4239072212" sldId="256"/>
            <ac:spMk id="4" creationId="{A1F75205-7582-17BD-1F1A-B119FB2EC6E1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01.346" v="108"/>
          <ac:spMkLst>
            <pc:docMk/>
            <pc:sldMk cId="4239072212" sldId="256"/>
            <ac:spMk id="20" creationId="{BF7813FF-F101-30CA-BEB2-684FF33CC6FF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01.346" v="109"/>
          <ac:spMkLst>
            <pc:docMk/>
            <pc:sldMk cId="4239072212" sldId="256"/>
            <ac:spMk id="32" creationId="{F27365AA-D6E7-E5D4-B003-C6F9C2721D3A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01.346" v="111"/>
          <ac:spMkLst>
            <pc:docMk/>
            <pc:sldMk cId="4239072212" sldId="256"/>
            <ac:spMk id="37" creationId="{6CCC65F9-96E2-9A6A-87A6-CF750361E9CF}"/>
          </ac:spMkLst>
        </pc:spChg>
        <pc:cxnChg chg="mod">
          <ac:chgData name="John Pritchard (Student)" userId="S::240082529@aston.ac.uk::7f127e5d-3d04-4766-b41c-6ca91891a9f5" providerId="AD" clId="Web-{8F3134F4-F134-0379-2534-702CAD4D3D54}" dt="2025-03-26T10:29:01.346" v="107"/>
          <ac:cxnSpMkLst>
            <pc:docMk/>
            <pc:sldMk cId="4239072212" sldId="256"/>
            <ac:cxnSpMk id="6" creationId="{74D740A8-10DD-5AE1-474C-DC483A00BDF1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01.346" v="110"/>
          <ac:cxnSpMkLst>
            <pc:docMk/>
            <pc:sldMk cId="4239072212" sldId="256"/>
            <ac:cxnSpMk id="33" creationId="{75898CE4-C7B5-C348-05EC-944F35E43E91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01.408" v="112"/>
          <ac:cxnSpMkLst>
            <pc:docMk/>
            <pc:sldMk cId="4239072212" sldId="256"/>
            <ac:cxnSpMk id="38" creationId="{02143DBE-6BC3-0DA8-CB83-3CB252BCDB3F}"/>
          </ac:cxnSpMkLst>
        </pc:cxnChg>
      </pc:sldChg>
      <pc:sldChg chg="modSp">
        <pc:chgData name="John Pritchard (Student)" userId="S::240082529@aston.ac.uk::7f127e5d-3d04-4766-b41c-6ca91891a9f5" providerId="AD" clId="Web-{8F3134F4-F134-0379-2534-702CAD4D3D54}" dt="2025-03-26T10:29:18.409" v="127"/>
        <pc:sldMkLst>
          <pc:docMk/>
          <pc:sldMk cId="2800380400" sldId="257"/>
        </pc:sldMkLst>
        <pc:spChg chg="mod">
          <ac:chgData name="John Pritchard (Student)" userId="S::240082529@aston.ac.uk::7f127e5d-3d04-4766-b41c-6ca91891a9f5" providerId="AD" clId="Web-{8F3134F4-F134-0379-2534-702CAD4D3D54}" dt="2025-03-26T10:29:17.393" v="113"/>
          <ac:spMkLst>
            <pc:docMk/>
            <pc:sldMk cId="2800380400" sldId="257"/>
            <ac:spMk id="4" creationId="{A1F75205-7582-17BD-1F1A-B119FB2EC6E1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17.393" v="115"/>
          <ac:spMkLst>
            <pc:docMk/>
            <pc:sldMk cId="2800380400" sldId="257"/>
            <ac:spMk id="8" creationId="{EF66A2C3-4AAB-A728-874C-ABE0748DCF46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17.393" v="116"/>
          <ac:spMkLst>
            <pc:docMk/>
            <pc:sldMk cId="2800380400" sldId="257"/>
            <ac:spMk id="9" creationId="{035EB80B-224E-29B9-3247-CD53B8EBDF9B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17.393" v="120"/>
          <ac:spMkLst>
            <pc:docMk/>
            <pc:sldMk cId="2800380400" sldId="257"/>
            <ac:spMk id="20" creationId="{BF7813FF-F101-30CA-BEB2-684FF33CC6FF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17.393" v="123"/>
          <ac:spMkLst>
            <pc:docMk/>
            <pc:sldMk cId="2800380400" sldId="257"/>
            <ac:spMk id="31" creationId="{84B61849-43BB-90F0-1989-6E13D629CF64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17.393" v="124"/>
          <ac:spMkLst>
            <pc:docMk/>
            <pc:sldMk cId="2800380400" sldId="257"/>
            <ac:spMk id="32" creationId="{F27365AA-D6E7-E5D4-B003-C6F9C2721D3A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17.393" v="126"/>
          <ac:spMkLst>
            <pc:docMk/>
            <pc:sldMk cId="2800380400" sldId="257"/>
            <ac:spMk id="35" creationId="{606F7FA8-E280-A84C-D136-4AA4A7FEFDAC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18.409" v="127"/>
          <ac:spMkLst>
            <pc:docMk/>
            <pc:sldMk cId="2800380400" sldId="257"/>
            <ac:spMk id="36" creationId="{ED33C4AE-9043-26E2-8DB4-99376FBCA0F7}"/>
          </ac:spMkLst>
        </pc:spChg>
        <pc:cxnChg chg="mod">
          <ac:chgData name="John Pritchard (Student)" userId="S::240082529@aston.ac.uk::7f127e5d-3d04-4766-b41c-6ca91891a9f5" providerId="AD" clId="Web-{8F3134F4-F134-0379-2534-702CAD4D3D54}" dt="2025-03-26T10:29:17.393" v="114"/>
          <ac:cxnSpMkLst>
            <pc:docMk/>
            <pc:sldMk cId="2800380400" sldId="257"/>
            <ac:cxnSpMk id="6" creationId="{74D740A8-10DD-5AE1-474C-DC483A00BDF1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17.393" v="117"/>
          <ac:cxnSpMkLst>
            <pc:docMk/>
            <pc:sldMk cId="2800380400" sldId="257"/>
            <ac:cxnSpMk id="13" creationId="{3317AFC0-F281-9C4D-20F4-46D50F441141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17.393" v="118"/>
          <ac:cxnSpMkLst>
            <pc:docMk/>
            <pc:sldMk cId="2800380400" sldId="257"/>
            <ac:cxnSpMk id="14" creationId="{3E65717D-C768-7F47-B811-CDFF73B43318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17.393" v="119"/>
          <ac:cxnSpMkLst>
            <pc:docMk/>
            <pc:sldMk cId="2800380400" sldId="257"/>
            <ac:cxnSpMk id="15" creationId="{D4048104-3A29-AEE4-4B9B-2718C21CF1F6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17.393" v="121"/>
          <ac:cxnSpMkLst>
            <pc:docMk/>
            <pc:sldMk cId="2800380400" sldId="257"/>
            <ac:cxnSpMk id="21" creationId="{520BA68F-DC3D-A43B-3D93-556A1803337B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17.393" v="122"/>
          <ac:cxnSpMkLst>
            <pc:docMk/>
            <pc:sldMk cId="2800380400" sldId="257"/>
            <ac:cxnSpMk id="24" creationId="{41118B54-5BF0-DF22-03E3-FFC5BF5EE85F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17.393" v="125"/>
          <ac:cxnSpMkLst>
            <pc:docMk/>
            <pc:sldMk cId="2800380400" sldId="257"/>
            <ac:cxnSpMk id="33" creationId="{75898CE4-C7B5-C348-05EC-944F35E43E91}"/>
          </ac:cxnSpMkLst>
        </pc:cxnChg>
      </pc:sldChg>
      <pc:sldChg chg="modSp">
        <pc:chgData name="John Pritchard (Student)" userId="S::240082529@aston.ac.uk::7f127e5d-3d04-4766-b41c-6ca91891a9f5" providerId="AD" clId="Web-{8F3134F4-F134-0379-2534-702CAD4D3D54}" dt="2025-03-26T10:29:25.581" v="134"/>
        <pc:sldMkLst>
          <pc:docMk/>
          <pc:sldMk cId="966797003" sldId="258"/>
        </pc:sldMkLst>
        <pc:spChg chg="mod">
          <ac:chgData name="John Pritchard (Student)" userId="S::240082529@aston.ac.uk::7f127e5d-3d04-4766-b41c-6ca91891a9f5" providerId="AD" clId="Web-{8F3134F4-F134-0379-2534-702CAD4D3D54}" dt="2025-03-26T10:29:25.581" v="134"/>
          <ac:spMkLst>
            <pc:docMk/>
            <pc:sldMk cId="966797003" sldId="258"/>
            <ac:spMk id="3" creationId="{1C79258B-8E4A-6F85-4326-464361527185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25.503" v="128"/>
          <ac:spMkLst>
            <pc:docMk/>
            <pc:sldMk cId="966797003" sldId="258"/>
            <ac:spMk id="4" creationId="{A1F75205-7582-17BD-1F1A-B119FB2EC6E1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25.503" v="130"/>
          <ac:spMkLst>
            <pc:docMk/>
            <pc:sldMk cId="966797003" sldId="258"/>
            <ac:spMk id="8" creationId="{EF66A2C3-4AAB-A728-874C-ABE0748DCF46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25.503" v="131"/>
          <ac:spMkLst>
            <pc:docMk/>
            <pc:sldMk cId="966797003" sldId="258"/>
            <ac:spMk id="32" creationId="{F27365AA-D6E7-E5D4-B003-C6F9C2721D3A}"/>
          </ac:spMkLst>
        </pc:spChg>
        <pc:cxnChg chg="mod">
          <ac:chgData name="John Pritchard (Student)" userId="S::240082529@aston.ac.uk::7f127e5d-3d04-4766-b41c-6ca91891a9f5" providerId="AD" clId="Web-{8F3134F4-F134-0379-2534-702CAD4D3D54}" dt="2025-03-26T10:29:25.503" v="133"/>
          <ac:cxnSpMkLst>
            <pc:docMk/>
            <pc:sldMk cId="966797003" sldId="258"/>
            <ac:cxnSpMk id="2" creationId="{BF3C0F8D-4FED-8AE8-21CE-3C2735239640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25.503" v="129"/>
          <ac:cxnSpMkLst>
            <pc:docMk/>
            <pc:sldMk cId="966797003" sldId="258"/>
            <ac:cxnSpMk id="6" creationId="{74D740A8-10DD-5AE1-474C-DC483A00BDF1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25.503" v="132"/>
          <ac:cxnSpMkLst>
            <pc:docMk/>
            <pc:sldMk cId="966797003" sldId="258"/>
            <ac:cxnSpMk id="33" creationId="{75898CE4-C7B5-C348-05EC-944F35E43E91}"/>
          </ac:cxnSpMkLst>
        </pc:cxnChg>
      </pc:sldChg>
      <pc:sldChg chg="modSp">
        <pc:chgData name="John Pritchard (Student)" userId="S::240082529@aston.ac.uk::7f127e5d-3d04-4766-b41c-6ca91891a9f5" providerId="AD" clId="Web-{8F3134F4-F134-0379-2534-702CAD4D3D54}" dt="2025-03-26T10:29:40.598" v="151"/>
        <pc:sldMkLst>
          <pc:docMk/>
          <pc:sldMk cId="2353640988" sldId="259"/>
        </pc:sldMkLst>
        <pc:spChg chg="mod">
          <ac:chgData name="John Pritchard (Student)" userId="S::240082529@aston.ac.uk::7f127e5d-3d04-4766-b41c-6ca91891a9f5" providerId="AD" clId="Web-{8F3134F4-F134-0379-2534-702CAD4D3D54}" dt="2025-03-26T10:29:33.129" v="135"/>
          <ac:spMkLst>
            <pc:docMk/>
            <pc:sldMk cId="2353640988" sldId="259"/>
            <ac:spMk id="4" creationId="{A1F75205-7582-17BD-1F1A-B119FB2EC6E1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33.129" v="140"/>
          <ac:spMkLst>
            <pc:docMk/>
            <pc:sldMk cId="2353640988" sldId="259"/>
            <ac:spMk id="5" creationId="{6BD78A4C-62EB-05E6-3DB3-59FF16060455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33.129" v="137"/>
          <ac:spMkLst>
            <pc:docMk/>
            <pc:sldMk cId="2353640988" sldId="259"/>
            <ac:spMk id="8" creationId="{EF66A2C3-4AAB-A728-874C-ABE0748DCF46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33.144" v="143"/>
          <ac:spMkLst>
            <pc:docMk/>
            <pc:sldMk cId="2353640988" sldId="259"/>
            <ac:spMk id="11" creationId="{EA930E7B-303F-F3E7-BFCB-0FD93120E0E9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40.551" v="149"/>
          <ac:spMkLst>
            <pc:docMk/>
            <pc:sldMk cId="2353640988" sldId="259"/>
            <ac:spMk id="20" creationId="{500A8B89-D349-F28A-D8DD-6BADBE87E06B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40.551" v="150"/>
          <ac:spMkLst>
            <pc:docMk/>
            <pc:sldMk cId="2353640988" sldId="259"/>
            <ac:spMk id="21" creationId="{C4BC4211-C2DB-D202-8324-0888A8E8017A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40.598" v="151"/>
          <ac:spMkLst>
            <pc:docMk/>
            <pc:sldMk cId="2353640988" sldId="259"/>
            <ac:spMk id="22" creationId="{0B6808F8-FC93-AEA5-EF2E-63A6921CD33B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33.129" v="138"/>
          <ac:spMkLst>
            <pc:docMk/>
            <pc:sldMk cId="2353640988" sldId="259"/>
            <ac:spMk id="32" creationId="{F27365AA-D6E7-E5D4-B003-C6F9C2721D3A}"/>
          </ac:spMkLst>
        </pc:spChg>
        <pc:cxnChg chg="mod">
          <ac:chgData name="John Pritchard (Student)" userId="S::240082529@aston.ac.uk::7f127e5d-3d04-4766-b41c-6ca91891a9f5" providerId="AD" clId="Web-{8F3134F4-F134-0379-2534-702CAD4D3D54}" dt="2025-03-26T10:29:33.129" v="136"/>
          <ac:cxnSpMkLst>
            <pc:docMk/>
            <pc:sldMk cId="2353640988" sldId="259"/>
            <ac:cxnSpMk id="6" creationId="{74D740A8-10DD-5AE1-474C-DC483A00BDF1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33.144" v="141"/>
          <ac:cxnSpMkLst>
            <pc:docMk/>
            <pc:sldMk cId="2353640988" sldId="259"/>
            <ac:cxnSpMk id="7" creationId="{FB8BE79A-719F-2A8E-8F94-7D08EF7826AD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33.144" v="142"/>
          <ac:cxnSpMkLst>
            <pc:docMk/>
            <pc:sldMk cId="2353640988" sldId="259"/>
            <ac:cxnSpMk id="9" creationId="{AFE1BD5D-CC4A-1F74-931E-31E7C9F1958D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33.144" v="144"/>
          <ac:cxnSpMkLst>
            <pc:docMk/>
            <pc:sldMk cId="2353640988" sldId="259"/>
            <ac:cxnSpMk id="12" creationId="{5C10664D-D89A-1FED-7CD3-C77448181820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33.144" v="145"/>
          <ac:cxnSpMkLst>
            <pc:docMk/>
            <pc:sldMk cId="2353640988" sldId="259"/>
            <ac:cxnSpMk id="14" creationId="{22749154-CE09-8AC3-BDBD-904FC29FE220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33.129" v="139"/>
          <ac:cxnSpMkLst>
            <pc:docMk/>
            <pc:sldMk cId="2353640988" sldId="259"/>
            <ac:cxnSpMk id="33" creationId="{75898CE4-C7B5-C348-05EC-944F35E43E91}"/>
          </ac:cxnSpMkLst>
        </pc:cxnChg>
      </pc:sldChg>
      <pc:sldChg chg="modSp">
        <pc:chgData name="John Pritchard (Student)" userId="S::240082529@aston.ac.uk::7f127e5d-3d04-4766-b41c-6ca91891a9f5" providerId="AD" clId="Web-{8F3134F4-F134-0379-2534-702CAD4D3D54}" dt="2025-03-26T10:30:00.755" v="167"/>
        <pc:sldMkLst>
          <pc:docMk/>
          <pc:sldMk cId="3720540073" sldId="260"/>
        </pc:sldMkLst>
        <pc:spChg chg="mod">
          <ac:chgData name="John Pritchard (Student)" userId="S::240082529@aston.ac.uk::7f127e5d-3d04-4766-b41c-6ca91891a9f5" providerId="AD" clId="Web-{8F3134F4-F134-0379-2534-702CAD4D3D54}" dt="2025-03-26T10:30:00.646" v="163"/>
          <ac:spMkLst>
            <pc:docMk/>
            <pc:sldMk cId="3720540073" sldId="260"/>
            <ac:spMk id="2" creationId="{B9FD22E0-A9DC-8995-CB06-8C9CC5884E03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30:00.646" v="164"/>
          <ac:spMkLst>
            <pc:docMk/>
            <pc:sldMk cId="3720540073" sldId="260"/>
            <ac:spMk id="3" creationId="{3AC08B0F-8599-C8AE-3E91-724949AEF879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30:00.646" v="159"/>
          <ac:spMkLst>
            <pc:docMk/>
            <pc:sldMk cId="3720540073" sldId="260"/>
            <ac:spMk id="4" creationId="{A1F75205-7582-17BD-1F1A-B119FB2EC6E1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30:00.646" v="166"/>
          <ac:spMkLst>
            <pc:docMk/>
            <pc:sldMk cId="3720540073" sldId="260"/>
            <ac:spMk id="7" creationId="{343FACEB-B786-7447-5744-29E6E777F393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30:00.646" v="161"/>
          <ac:spMkLst>
            <pc:docMk/>
            <pc:sldMk cId="3720540073" sldId="260"/>
            <ac:spMk id="32" creationId="{F27365AA-D6E7-E5D4-B003-C6F9C2721D3A}"/>
          </ac:spMkLst>
        </pc:spChg>
        <pc:cxnChg chg="mod">
          <ac:chgData name="John Pritchard (Student)" userId="S::240082529@aston.ac.uk::7f127e5d-3d04-4766-b41c-6ca91891a9f5" providerId="AD" clId="Web-{8F3134F4-F134-0379-2534-702CAD4D3D54}" dt="2025-03-26T10:30:00.646" v="165"/>
          <ac:cxnSpMkLst>
            <pc:docMk/>
            <pc:sldMk cId="3720540073" sldId="260"/>
            <ac:cxnSpMk id="5" creationId="{010C1E64-DA58-6DE6-6854-7B21CBC2EBE6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30:00.646" v="160"/>
          <ac:cxnSpMkLst>
            <pc:docMk/>
            <pc:sldMk cId="3720540073" sldId="260"/>
            <ac:cxnSpMk id="6" creationId="{74D740A8-10DD-5AE1-474C-DC483A00BDF1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30:00.755" v="167"/>
          <ac:cxnSpMkLst>
            <pc:docMk/>
            <pc:sldMk cId="3720540073" sldId="260"/>
            <ac:cxnSpMk id="10" creationId="{AFECA4FF-6AF9-9182-BC27-34E70D4FB07B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30:00.646" v="162"/>
          <ac:cxnSpMkLst>
            <pc:docMk/>
            <pc:sldMk cId="3720540073" sldId="260"/>
            <ac:cxnSpMk id="33" creationId="{75898CE4-C7B5-C348-05EC-944F35E43E91}"/>
          </ac:cxnSpMkLst>
        </pc:cxnChg>
      </pc:sldChg>
      <pc:sldChg chg="modSp">
        <pc:chgData name="John Pritchard (Student)" userId="S::240082529@aston.ac.uk::7f127e5d-3d04-4766-b41c-6ca91891a9f5" providerId="AD" clId="Web-{8F3134F4-F134-0379-2534-702CAD4D3D54}" dt="2025-03-26T10:29:53.849" v="158"/>
        <pc:sldMkLst>
          <pc:docMk/>
          <pc:sldMk cId="759068975" sldId="261"/>
        </pc:sldMkLst>
        <pc:spChg chg="mod">
          <ac:chgData name="John Pritchard (Student)" userId="S::240082529@aston.ac.uk::7f127e5d-3d04-4766-b41c-6ca91891a9f5" providerId="AD" clId="Web-{8F3134F4-F134-0379-2534-702CAD4D3D54}" dt="2025-03-26T10:29:53.724" v="152"/>
          <ac:spMkLst>
            <pc:docMk/>
            <pc:sldMk cId="759068975" sldId="261"/>
            <ac:spMk id="4" creationId="{A1F75205-7582-17BD-1F1A-B119FB2EC6E1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53.724" v="154"/>
          <ac:spMkLst>
            <pc:docMk/>
            <pc:sldMk cId="759068975" sldId="261"/>
            <ac:spMk id="20" creationId="{BF7813FF-F101-30CA-BEB2-684FF33CC6FF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53.724" v="155"/>
          <ac:spMkLst>
            <pc:docMk/>
            <pc:sldMk cId="759068975" sldId="261"/>
            <ac:spMk id="32" creationId="{F27365AA-D6E7-E5D4-B003-C6F9C2721D3A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9:53.724" v="157"/>
          <ac:spMkLst>
            <pc:docMk/>
            <pc:sldMk cId="759068975" sldId="261"/>
            <ac:spMk id="37" creationId="{6CCC65F9-96E2-9A6A-87A6-CF750361E9CF}"/>
          </ac:spMkLst>
        </pc:spChg>
        <pc:cxnChg chg="mod">
          <ac:chgData name="John Pritchard (Student)" userId="S::240082529@aston.ac.uk::7f127e5d-3d04-4766-b41c-6ca91891a9f5" providerId="AD" clId="Web-{8F3134F4-F134-0379-2534-702CAD4D3D54}" dt="2025-03-26T10:29:53.724" v="153"/>
          <ac:cxnSpMkLst>
            <pc:docMk/>
            <pc:sldMk cId="759068975" sldId="261"/>
            <ac:cxnSpMk id="6" creationId="{74D740A8-10DD-5AE1-474C-DC483A00BDF1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53.724" v="156"/>
          <ac:cxnSpMkLst>
            <pc:docMk/>
            <pc:sldMk cId="759068975" sldId="261"/>
            <ac:cxnSpMk id="33" creationId="{75898CE4-C7B5-C348-05EC-944F35E43E91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9:53.849" v="158"/>
          <ac:cxnSpMkLst>
            <pc:docMk/>
            <pc:sldMk cId="759068975" sldId="261"/>
            <ac:cxnSpMk id="38" creationId="{02143DBE-6BC3-0DA8-CB83-3CB252BCDB3F}"/>
          </ac:cxnSpMkLst>
        </pc:cxnChg>
      </pc:sldChg>
      <pc:sldChg chg="modSp">
        <pc:chgData name="John Pritchard (Student)" userId="S::240082529@aston.ac.uk::7f127e5d-3d04-4766-b41c-6ca91891a9f5" providerId="AD" clId="Web-{8F3134F4-F134-0379-2534-702CAD4D3D54}" dt="2025-03-26T10:28:07.093" v="53" actId="20577"/>
        <pc:sldMkLst>
          <pc:docMk/>
          <pc:sldMk cId="122170410" sldId="262"/>
        </pc:sldMkLst>
        <pc:spChg chg="mod">
          <ac:chgData name="John Pritchard (Student)" userId="S::240082529@aston.ac.uk::7f127e5d-3d04-4766-b41c-6ca91891a9f5" providerId="AD" clId="Web-{8F3134F4-F134-0379-2534-702CAD4D3D54}" dt="2025-03-26T10:27:13.434" v="6"/>
          <ac:spMkLst>
            <pc:docMk/>
            <pc:sldMk cId="122170410" sldId="262"/>
            <ac:spMk id="2" creationId="{B4EFA2E4-FF39-3020-4689-C63210007691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13.434" v="7"/>
          <ac:spMkLst>
            <pc:docMk/>
            <pc:sldMk cId="122170410" sldId="262"/>
            <ac:spMk id="3" creationId="{0D02FC4C-FC0E-A4B3-EB47-CEBDABF7E795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13.434" v="4"/>
          <ac:spMkLst>
            <pc:docMk/>
            <pc:sldMk cId="122170410" sldId="262"/>
            <ac:spMk id="4" creationId="{A1F75205-7582-17BD-1F1A-B119FB2EC6E1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13.434" v="9"/>
          <ac:spMkLst>
            <pc:docMk/>
            <pc:sldMk cId="122170410" sldId="262"/>
            <ac:spMk id="7" creationId="{5CD93DC0-FBBE-28C7-F3D7-DF2F6A8E0A4B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13.434" v="10"/>
          <ac:spMkLst>
            <pc:docMk/>
            <pc:sldMk cId="122170410" sldId="262"/>
            <ac:spMk id="8" creationId="{47138C40-50AF-9B8D-8302-5FF5A0A8D44F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13.434" v="11"/>
          <ac:spMkLst>
            <pc:docMk/>
            <pc:sldMk cId="122170410" sldId="262"/>
            <ac:spMk id="9" creationId="{4439BDC3-04B7-E394-C9B4-2D336A505553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8:07.093" v="53" actId="20577"/>
          <ac:spMkLst>
            <pc:docMk/>
            <pc:sldMk cId="122170410" sldId="262"/>
            <ac:spMk id="10" creationId="{5B898D4A-CADB-DF3C-EF72-33FD687D1DA4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46.420" v="44" actId="1076"/>
          <ac:spMkLst>
            <pc:docMk/>
            <pc:sldMk cId="122170410" sldId="262"/>
            <ac:spMk id="20" creationId="{AED62214-0C44-AFAE-BAA5-190AD2DF3D79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13.449" v="17"/>
          <ac:spMkLst>
            <pc:docMk/>
            <pc:sldMk cId="122170410" sldId="262"/>
            <ac:spMk id="26" creationId="{312AA800-0529-B06E-3CCB-A6CF47E47002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13.449" v="18"/>
          <ac:spMkLst>
            <pc:docMk/>
            <pc:sldMk cId="122170410" sldId="262"/>
            <ac:spMk id="27" creationId="{C7814397-F8CA-D96D-A779-3350A0EE4D6C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28.012" v="37"/>
          <ac:spMkLst>
            <pc:docMk/>
            <pc:sldMk cId="122170410" sldId="262"/>
            <ac:spMk id="29" creationId="{891013B7-DD16-11C5-CE18-CEE272FEB740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28.012" v="38"/>
          <ac:spMkLst>
            <pc:docMk/>
            <pc:sldMk cId="122170410" sldId="262"/>
            <ac:spMk id="30" creationId="{BDB4F379-4C92-FB18-E112-9D929A195B64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28.012" v="39"/>
          <ac:spMkLst>
            <pc:docMk/>
            <pc:sldMk cId="122170410" sldId="262"/>
            <ac:spMk id="31" creationId="{5076ECAC-79CA-45F5-1683-BB3EDE834B4F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28.012" v="40"/>
          <ac:spMkLst>
            <pc:docMk/>
            <pc:sldMk cId="122170410" sldId="262"/>
            <ac:spMk id="35" creationId="{EB708D5D-4313-0174-104F-9CB492156CFB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13.449" v="24"/>
          <ac:spMkLst>
            <pc:docMk/>
            <pc:sldMk cId="122170410" sldId="262"/>
            <ac:spMk id="36" creationId="{1766C9D3-F753-C962-B73C-97F5D0B9392A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28.012" v="41"/>
          <ac:spMkLst>
            <pc:docMk/>
            <pc:sldMk cId="122170410" sldId="262"/>
            <ac:spMk id="45" creationId="{4C42559B-7089-4DC8-C9D1-C5CBA2FA5F65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13.449" v="29"/>
          <ac:spMkLst>
            <pc:docMk/>
            <pc:sldMk cId="122170410" sldId="262"/>
            <ac:spMk id="53" creationId="{3E6100DB-E023-5DAC-F9FD-CDBC5EF85EAD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7:28.106" v="42"/>
          <ac:spMkLst>
            <pc:docMk/>
            <pc:sldMk cId="122170410" sldId="262"/>
            <ac:spMk id="67" creationId="{93443946-A3A6-F855-666C-2EBFBC229F10}"/>
          </ac:spMkLst>
        </pc:spChg>
        <pc:cxnChg chg="mod">
          <ac:chgData name="John Pritchard (Student)" userId="S::240082529@aston.ac.uk::7f127e5d-3d04-4766-b41c-6ca91891a9f5" providerId="AD" clId="Web-{8F3134F4-F134-0379-2534-702CAD4D3D54}" dt="2025-03-26T10:27:13.434" v="8"/>
          <ac:cxnSpMkLst>
            <pc:docMk/>
            <pc:sldMk cId="122170410" sldId="262"/>
            <ac:cxnSpMk id="5" creationId="{9A62DAEF-C8BF-653A-7B95-F1AA32B6489F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34" v="5"/>
          <ac:cxnSpMkLst>
            <pc:docMk/>
            <pc:sldMk cId="122170410" sldId="262"/>
            <ac:cxnSpMk id="6" creationId="{74D740A8-10DD-5AE1-474C-DC483A00BDF1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34" v="12"/>
          <ac:cxnSpMkLst>
            <pc:docMk/>
            <pc:sldMk cId="122170410" sldId="262"/>
            <ac:cxnSpMk id="12" creationId="{662A7290-0D28-AA11-1D44-C0624AC770BF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34" v="13"/>
          <ac:cxnSpMkLst>
            <pc:docMk/>
            <pc:sldMk cId="122170410" sldId="262"/>
            <ac:cxnSpMk id="14" creationId="{1C8DC938-B62D-040C-F60F-A9418B335018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34" v="14"/>
          <ac:cxnSpMkLst>
            <pc:docMk/>
            <pc:sldMk cId="122170410" sldId="262"/>
            <ac:cxnSpMk id="16" creationId="{051F2048-5E50-80E7-4AE3-EB1E19733210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34" v="15"/>
          <ac:cxnSpMkLst>
            <pc:docMk/>
            <pc:sldMk cId="122170410" sldId="262"/>
            <ac:cxnSpMk id="18" creationId="{CCA5FD3C-0EA3-D5D4-9791-30EE5585CFD3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49" v="16"/>
          <ac:cxnSpMkLst>
            <pc:docMk/>
            <pc:sldMk cId="122170410" sldId="262"/>
            <ac:cxnSpMk id="23" creationId="{0A18B8E9-F70D-B59D-41D0-D1B25EF44907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49" v="19"/>
          <ac:cxnSpMkLst>
            <pc:docMk/>
            <pc:sldMk cId="122170410" sldId="262"/>
            <ac:cxnSpMk id="28" creationId="{05F21748-FAE5-380B-D8D7-854427015365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49" v="25"/>
          <ac:cxnSpMkLst>
            <pc:docMk/>
            <pc:sldMk cId="122170410" sldId="262"/>
            <ac:cxnSpMk id="39" creationId="{F220CDB8-F03B-C306-4A3A-C7509939B054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49" v="26"/>
          <ac:cxnSpMkLst>
            <pc:docMk/>
            <pc:sldMk cId="122170410" sldId="262"/>
            <ac:cxnSpMk id="41" creationId="{B0EA61AE-B21D-1AAE-5154-AB3F792D9926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49" v="28"/>
          <ac:cxnSpMkLst>
            <pc:docMk/>
            <pc:sldMk cId="122170410" sldId="262"/>
            <ac:cxnSpMk id="48" creationId="{81CE480E-5E43-7170-384D-09671990164D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49" v="30"/>
          <ac:cxnSpMkLst>
            <pc:docMk/>
            <pc:sldMk cId="122170410" sldId="262"/>
            <ac:cxnSpMk id="54" creationId="{B6895B54-1F4B-1D12-0F60-E66D427B3C6B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49" v="31"/>
          <ac:cxnSpMkLst>
            <pc:docMk/>
            <pc:sldMk cId="122170410" sldId="262"/>
            <ac:cxnSpMk id="59" creationId="{96617EB5-8DB6-5410-C49D-1407C1494F59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49" v="32"/>
          <ac:cxnSpMkLst>
            <pc:docMk/>
            <pc:sldMk cId="122170410" sldId="262"/>
            <ac:cxnSpMk id="60" creationId="{81EAA1BF-9399-DD06-54AF-6C2D3F118738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49" v="33"/>
          <ac:cxnSpMkLst>
            <pc:docMk/>
            <pc:sldMk cId="122170410" sldId="262"/>
            <ac:cxnSpMk id="64" creationId="{0ADBE1EA-48F6-2D75-4B23-790757D8F640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3.449" v="34"/>
          <ac:cxnSpMkLst>
            <pc:docMk/>
            <pc:sldMk cId="122170410" sldId="262"/>
            <ac:cxnSpMk id="66" creationId="{B161AAD8-36C4-1D06-DFF3-A74C518E5421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7:14.090" v="36"/>
          <ac:cxnSpMkLst>
            <pc:docMk/>
            <pc:sldMk cId="122170410" sldId="262"/>
            <ac:cxnSpMk id="71" creationId="{38AA4D9A-DA94-BAA0-3938-B157BB3C0267}"/>
          </ac:cxnSpMkLst>
        </pc:cxnChg>
      </pc:sldChg>
      <pc:sldChg chg="modSp">
        <pc:chgData name="John Pritchard (Student)" userId="S::240082529@aston.ac.uk::7f127e5d-3d04-4766-b41c-6ca91891a9f5" providerId="AD" clId="Web-{8F3134F4-F134-0379-2534-702CAD4D3D54}" dt="2025-03-26T10:28:52.126" v="105"/>
        <pc:sldMkLst>
          <pc:docMk/>
          <pc:sldMk cId="2501209330" sldId="263"/>
        </pc:sldMkLst>
        <pc:spChg chg="mod">
          <ac:chgData name="John Pritchard (Student)" userId="S::240082529@aston.ac.uk::7f127e5d-3d04-4766-b41c-6ca91891a9f5" providerId="AD" clId="Web-{8F3134F4-F134-0379-2534-702CAD4D3D54}" dt="2025-03-26T10:28:52.001" v="93"/>
          <ac:spMkLst>
            <pc:docMk/>
            <pc:sldMk cId="2501209330" sldId="263"/>
            <ac:spMk id="4" creationId="{A1F75205-7582-17BD-1F1A-B119FB2EC6E1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8:52.001" v="95"/>
          <ac:spMkLst>
            <pc:docMk/>
            <pc:sldMk cId="2501209330" sldId="263"/>
            <ac:spMk id="13" creationId="{764C8023-E2EC-DEA9-1EEC-6DA3C45D894B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8:52.001" v="96"/>
          <ac:spMkLst>
            <pc:docMk/>
            <pc:sldMk cId="2501209330" sldId="263"/>
            <ac:spMk id="15" creationId="{DB9191A9-D036-014C-4A39-4A9F174D5DE7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8:52.001" v="98"/>
          <ac:spMkLst>
            <pc:docMk/>
            <pc:sldMk cId="2501209330" sldId="263"/>
            <ac:spMk id="20" creationId="{29C6EFD6-324C-6BF7-1E13-44AAEB7E72B2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8:52.001" v="99"/>
          <ac:spMkLst>
            <pc:docMk/>
            <pc:sldMk cId="2501209330" sldId="263"/>
            <ac:spMk id="21" creationId="{ED3FDB0A-AA8A-4A9C-602D-149F80B36223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8:52.001" v="102"/>
          <ac:spMkLst>
            <pc:docMk/>
            <pc:sldMk cId="2501209330" sldId="263"/>
            <ac:spMk id="25" creationId="{3012F73F-B4D5-D2B3-1A4F-4D957253B696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28:52.001" v="103"/>
          <ac:spMkLst>
            <pc:docMk/>
            <pc:sldMk cId="2501209330" sldId="263"/>
            <ac:spMk id="33" creationId="{41D4F370-6048-0E43-C280-127E17B8C2ED}"/>
          </ac:spMkLst>
        </pc:spChg>
        <pc:cxnChg chg="mod">
          <ac:chgData name="John Pritchard (Student)" userId="S::240082529@aston.ac.uk::7f127e5d-3d04-4766-b41c-6ca91891a9f5" providerId="AD" clId="Web-{8F3134F4-F134-0379-2534-702CAD4D3D54}" dt="2025-03-26T10:28:52.001" v="94"/>
          <ac:cxnSpMkLst>
            <pc:docMk/>
            <pc:sldMk cId="2501209330" sldId="263"/>
            <ac:cxnSpMk id="6" creationId="{74D740A8-10DD-5AE1-474C-DC483A00BDF1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8:52.001" v="97"/>
          <ac:cxnSpMkLst>
            <pc:docMk/>
            <pc:sldMk cId="2501209330" sldId="263"/>
            <ac:cxnSpMk id="17" creationId="{72E9636B-7714-8297-6F84-A82F56B32E0B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8:52.001" v="100"/>
          <ac:cxnSpMkLst>
            <pc:docMk/>
            <pc:sldMk cId="2501209330" sldId="263"/>
            <ac:cxnSpMk id="22" creationId="{2CD8B979-D977-42B7-FAB9-1E80E64AEAE5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8:52.001" v="101"/>
          <ac:cxnSpMkLst>
            <pc:docMk/>
            <pc:sldMk cId="2501209330" sldId="263"/>
            <ac:cxnSpMk id="24" creationId="{8AC5CDE9-6001-E9E1-537B-C305D813F183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8:52.001" v="104"/>
          <ac:cxnSpMkLst>
            <pc:docMk/>
            <pc:sldMk cId="2501209330" sldId="263"/>
            <ac:cxnSpMk id="34" creationId="{FA5F3C8F-0727-CD67-2B0D-3E2FFDC7120D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28:52.126" v="105"/>
          <ac:cxnSpMkLst>
            <pc:docMk/>
            <pc:sldMk cId="2501209330" sldId="263"/>
            <ac:cxnSpMk id="37" creationId="{3DF77D69-046E-C035-3912-FC11A2472322}"/>
          </ac:cxnSpMkLst>
        </pc:cxnChg>
      </pc:sldChg>
      <pc:sldChg chg="modSp">
        <pc:chgData name="John Pritchard (Student)" userId="S::240082529@aston.ac.uk::7f127e5d-3d04-4766-b41c-6ca91891a9f5" providerId="AD" clId="Web-{8F3134F4-F134-0379-2534-702CAD4D3D54}" dt="2025-03-26T10:31:13.056" v="178"/>
        <pc:sldMkLst>
          <pc:docMk/>
          <pc:sldMk cId="1494069427" sldId="264"/>
        </pc:sldMkLst>
        <pc:spChg chg="mod">
          <ac:chgData name="John Pritchard (Student)" userId="S::240082529@aston.ac.uk::7f127e5d-3d04-4766-b41c-6ca91891a9f5" providerId="AD" clId="Web-{8F3134F4-F134-0379-2534-702CAD4D3D54}" dt="2025-03-26T10:31:13.025" v="176"/>
          <ac:spMkLst>
            <pc:docMk/>
            <pc:sldMk cId="1494069427" sldId="264"/>
            <ac:spMk id="3" creationId="{4637F2C7-30AE-9F1A-DC63-8356B55545A9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31:13.025" v="174"/>
          <ac:spMkLst>
            <pc:docMk/>
            <pc:sldMk cId="1494069427" sldId="264"/>
            <ac:spMk id="4" creationId="{A1F75205-7582-17BD-1F1A-B119FB2EC6E1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31:13.056" v="178"/>
          <ac:spMkLst>
            <pc:docMk/>
            <pc:sldMk cId="1494069427" sldId="264"/>
            <ac:spMk id="7" creationId="{0C081CCE-AA1D-D550-E988-7380D8F2C024}"/>
          </ac:spMkLst>
        </pc:spChg>
        <pc:cxnChg chg="mod">
          <ac:chgData name="John Pritchard (Student)" userId="S::240082529@aston.ac.uk::7f127e5d-3d04-4766-b41c-6ca91891a9f5" providerId="AD" clId="Web-{8F3134F4-F134-0379-2534-702CAD4D3D54}" dt="2025-03-26T10:31:13.025" v="177"/>
          <ac:cxnSpMkLst>
            <pc:docMk/>
            <pc:sldMk cId="1494069427" sldId="264"/>
            <ac:cxnSpMk id="5" creationId="{0B2DA91F-734E-14A2-8FB8-2B5517336BDB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31:13.025" v="175"/>
          <ac:cxnSpMkLst>
            <pc:docMk/>
            <pc:sldMk cId="1494069427" sldId="264"/>
            <ac:cxnSpMk id="6" creationId="{74D740A8-10DD-5AE1-474C-DC483A00BDF1}"/>
          </ac:cxnSpMkLst>
        </pc:cxnChg>
      </pc:sldChg>
      <pc:sldChg chg="modSp">
        <pc:chgData name="John Pritchard (Student)" userId="S::240082529@aston.ac.uk::7f127e5d-3d04-4766-b41c-6ca91891a9f5" providerId="AD" clId="Web-{8F3134F4-F134-0379-2534-702CAD4D3D54}" dt="2025-03-26T10:32:41.326" v="183"/>
        <pc:sldMkLst>
          <pc:docMk/>
          <pc:sldMk cId="3305666735" sldId="265"/>
        </pc:sldMkLst>
        <pc:spChg chg="mod">
          <ac:chgData name="John Pritchard (Student)" userId="S::240082529@aston.ac.uk::7f127e5d-3d04-4766-b41c-6ca91891a9f5" providerId="AD" clId="Web-{8F3134F4-F134-0379-2534-702CAD4D3D54}" dt="2025-03-26T10:32:41.280" v="181"/>
          <ac:spMkLst>
            <pc:docMk/>
            <pc:sldMk cId="3305666735" sldId="265"/>
            <ac:spMk id="2" creationId="{BA28AC53-1C08-9179-E803-1C86B25BBAE1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32:41.264" v="179"/>
          <ac:spMkLst>
            <pc:docMk/>
            <pc:sldMk cId="3305666735" sldId="265"/>
            <ac:spMk id="4" creationId="{A1F75205-7582-17BD-1F1A-B119FB2EC6E1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32:41.326" v="183"/>
          <ac:spMkLst>
            <pc:docMk/>
            <pc:sldMk cId="3305666735" sldId="265"/>
            <ac:spMk id="5" creationId="{DB785E87-08F8-22AD-D66E-EF5E29412F2D}"/>
          </ac:spMkLst>
        </pc:spChg>
        <pc:cxnChg chg="mod">
          <ac:chgData name="John Pritchard (Student)" userId="S::240082529@aston.ac.uk::7f127e5d-3d04-4766-b41c-6ca91891a9f5" providerId="AD" clId="Web-{8F3134F4-F134-0379-2534-702CAD4D3D54}" dt="2025-03-26T10:32:41.280" v="182"/>
          <ac:cxnSpMkLst>
            <pc:docMk/>
            <pc:sldMk cId="3305666735" sldId="265"/>
            <ac:cxnSpMk id="3" creationId="{A25B7378-6196-6018-397D-81F8C9EFFF48}"/>
          </ac:cxnSpMkLst>
        </pc:cxnChg>
        <pc:cxnChg chg="mod">
          <ac:chgData name="John Pritchard (Student)" userId="S::240082529@aston.ac.uk::7f127e5d-3d04-4766-b41c-6ca91891a9f5" providerId="AD" clId="Web-{8F3134F4-F134-0379-2534-702CAD4D3D54}" dt="2025-03-26T10:32:41.264" v="180"/>
          <ac:cxnSpMkLst>
            <pc:docMk/>
            <pc:sldMk cId="3305666735" sldId="265"/>
            <ac:cxnSpMk id="6" creationId="{74D740A8-10DD-5AE1-474C-DC483A00BDF1}"/>
          </ac:cxnSpMkLst>
        </pc:cxnChg>
      </pc:sldChg>
      <pc:sldChg chg="modSp">
        <pc:chgData name="John Pritchard (Student)" userId="S::240082529@aston.ac.uk::7f127e5d-3d04-4766-b41c-6ca91891a9f5" providerId="AD" clId="Web-{8F3134F4-F134-0379-2534-702CAD4D3D54}" dt="2025-03-26T10:30:17.037" v="173"/>
        <pc:sldMkLst>
          <pc:docMk/>
          <pc:sldMk cId="2765261154" sldId="266"/>
        </pc:sldMkLst>
        <pc:spChg chg="mod">
          <ac:chgData name="John Pritchard (Student)" userId="S::240082529@aston.ac.uk::7f127e5d-3d04-4766-b41c-6ca91891a9f5" providerId="AD" clId="Web-{8F3134F4-F134-0379-2534-702CAD4D3D54}" dt="2025-03-26T10:30:17.037" v="172"/>
          <ac:spMkLst>
            <pc:docMk/>
            <pc:sldMk cId="2765261154" sldId="266"/>
            <ac:spMk id="12" creationId="{27D96AE8-0C36-142E-317B-E85EA9C09F28}"/>
          </ac:spMkLst>
        </pc:spChg>
        <pc:spChg chg="mod">
          <ac:chgData name="John Pritchard (Student)" userId="S::240082529@aston.ac.uk::7f127e5d-3d04-4766-b41c-6ca91891a9f5" providerId="AD" clId="Web-{8F3134F4-F134-0379-2534-702CAD4D3D54}" dt="2025-03-26T10:30:17.037" v="171"/>
          <ac:spMkLst>
            <pc:docMk/>
            <pc:sldMk cId="2765261154" sldId="266"/>
            <ac:spMk id="14" creationId="{F009637F-9DC7-592B-4CA7-8B4C2F316214}"/>
          </ac:spMkLst>
        </pc:spChg>
        <pc:picChg chg="mod">
          <ac:chgData name="John Pritchard (Student)" userId="S::240082529@aston.ac.uk::7f127e5d-3d04-4766-b41c-6ca91891a9f5" providerId="AD" clId="Web-{8F3134F4-F134-0379-2534-702CAD4D3D54}" dt="2025-03-26T10:30:17.037" v="173"/>
          <ac:picMkLst>
            <pc:docMk/>
            <pc:sldMk cId="2765261154" sldId="266"/>
            <ac:picMk id="9" creationId="{3C011BF5-A0A6-CC87-7C41-D54E6B816964}"/>
          </ac:picMkLst>
        </pc:picChg>
      </pc:sldChg>
    </pc:docChg>
  </pc:docChgLst>
  <pc:docChgLst>
    <pc:chgData name="John Pritchard (Student)" userId="S::240082529@aston.ac.uk::7f127e5d-3d04-4766-b41c-6ca91891a9f5" providerId="AD" clId="Web-{E49092BF-A497-4281-3219-043569C11EA4}"/>
    <pc:docChg chg="modSld">
      <pc:chgData name="John Pritchard (Student)" userId="S::240082529@aston.ac.uk::7f127e5d-3d04-4766-b41c-6ca91891a9f5" providerId="AD" clId="Web-{E49092BF-A497-4281-3219-043569C11EA4}" dt="2025-03-23T17:46:13.554" v="1"/>
      <pc:docMkLst>
        <pc:docMk/>
      </pc:docMkLst>
      <pc:sldChg chg="mod setBg">
        <pc:chgData name="John Pritchard (Student)" userId="S::240082529@aston.ac.uk::7f127e5d-3d04-4766-b41c-6ca91891a9f5" providerId="AD" clId="Web-{E49092BF-A497-4281-3219-043569C11EA4}" dt="2025-03-23T17:46:13.554" v="1"/>
        <pc:sldMkLst>
          <pc:docMk/>
          <pc:sldMk cId="122170410" sldId="262"/>
        </pc:sldMkLst>
      </pc:sldChg>
    </pc:docChg>
  </pc:docChgLst>
  <pc:docChgLst>
    <pc:chgData name="John Pritchard (Student)" userId="S::240082529@aston.ac.uk::7f127e5d-3d04-4766-b41c-6ca91891a9f5" providerId="AD" clId="Web-{F4A0874B-B039-F198-EEA6-733E2A70A17A}"/>
    <pc:docChg chg="addSld modSld modSection">
      <pc:chgData name="John Pritchard (Student)" userId="S::240082529@aston.ac.uk::7f127e5d-3d04-4766-b41c-6ca91891a9f5" providerId="AD" clId="Web-{F4A0874B-B039-F198-EEA6-733E2A70A17A}" dt="2025-03-23T19:24:28.221" v="120" actId="1076"/>
      <pc:docMkLst>
        <pc:docMk/>
      </pc:docMkLst>
      <pc:sldChg chg="addSp delSp modSp add replId">
        <pc:chgData name="John Pritchard (Student)" userId="S::240082529@aston.ac.uk::7f127e5d-3d04-4766-b41c-6ca91891a9f5" providerId="AD" clId="Web-{F4A0874B-B039-F198-EEA6-733E2A70A17A}" dt="2025-03-23T19:24:28.221" v="120" actId="1076"/>
        <pc:sldMkLst>
          <pc:docMk/>
          <pc:sldMk cId="2765261154" sldId="266"/>
        </pc:sldMkLst>
        <pc:spChg chg="del">
          <ac:chgData name="John Pritchard (Student)" userId="S::240082529@aston.ac.uk::7f127e5d-3d04-4766-b41c-6ca91891a9f5" providerId="AD" clId="Web-{F4A0874B-B039-F198-EEA6-733E2A70A17A}" dt="2025-03-23T19:07:56.362" v="5"/>
          <ac:spMkLst>
            <pc:docMk/>
            <pc:sldMk cId="2765261154" sldId="266"/>
            <ac:spMk id="2" creationId="{5D9D1330-01A3-A148-D4F7-60920E647CEE}"/>
          </ac:spMkLst>
        </pc:spChg>
        <pc:spChg chg="del">
          <ac:chgData name="John Pritchard (Student)" userId="S::240082529@aston.ac.uk::7f127e5d-3d04-4766-b41c-6ca91891a9f5" providerId="AD" clId="Web-{F4A0874B-B039-F198-EEA6-733E2A70A17A}" dt="2025-03-23T19:07:56.362" v="4"/>
          <ac:spMkLst>
            <pc:docMk/>
            <pc:sldMk cId="2765261154" sldId="266"/>
            <ac:spMk id="3" creationId="{C409AC8E-90FE-6642-2F70-90F8B27E907F}"/>
          </ac:spMkLst>
        </pc:spChg>
        <pc:spChg chg="del">
          <ac:chgData name="John Pritchard (Student)" userId="S::240082529@aston.ac.uk::7f127e5d-3d04-4766-b41c-6ca91891a9f5" providerId="AD" clId="Web-{F4A0874B-B039-F198-EEA6-733E2A70A17A}" dt="2025-03-23T19:07:56.362" v="9"/>
          <ac:spMkLst>
            <pc:docMk/>
            <pc:sldMk cId="2765261154" sldId="266"/>
            <ac:spMk id="4" creationId="{E8940E38-7729-3D98-7106-A288FEE75917}"/>
          </ac:spMkLst>
        </pc:spChg>
        <pc:spChg chg="del">
          <ac:chgData name="John Pritchard (Student)" userId="S::240082529@aston.ac.uk::7f127e5d-3d04-4766-b41c-6ca91891a9f5" providerId="AD" clId="Web-{F4A0874B-B039-F198-EEA6-733E2A70A17A}" dt="2025-03-23T19:07:56.362" v="2"/>
          <ac:spMkLst>
            <pc:docMk/>
            <pc:sldMk cId="2765261154" sldId="266"/>
            <ac:spMk id="7" creationId="{7B43B44F-CED8-128A-D931-86E420BD4483}"/>
          </ac:spMkLst>
        </pc:spChg>
        <pc:spChg chg="add mod">
          <ac:chgData name="John Pritchard (Student)" userId="S::240082529@aston.ac.uk::7f127e5d-3d04-4766-b41c-6ca91891a9f5" providerId="AD" clId="Web-{F4A0874B-B039-F198-EEA6-733E2A70A17A}" dt="2025-03-23T19:24:20.689" v="119" actId="1076"/>
          <ac:spMkLst>
            <pc:docMk/>
            <pc:sldMk cId="2765261154" sldId="266"/>
            <ac:spMk id="12" creationId="{27D96AE8-0C36-142E-317B-E85EA9C09F28}"/>
          </ac:spMkLst>
        </pc:spChg>
        <pc:spChg chg="add mod">
          <ac:chgData name="John Pritchard (Student)" userId="S::240082529@aston.ac.uk::7f127e5d-3d04-4766-b41c-6ca91891a9f5" providerId="AD" clId="Web-{F4A0874B-B039-F198-EEA6-733E2A70A17A}" dt="2025-03-23T19:24:28.221" v="120" actId="1076"/>
          <ac:spMkLst>
            <pc:docMk/>
            <pc:sldMk cId="2765261154" sldId="266"/>
            <ac:spMk id="14" creationId="{F009637F-9DC7-592B-4CA7-8B4C2F316214}"/>
          </ac:spMkLst>
        </pc:spChg>
        <pc:spChg chg="del">
          <ac:chgData name="John Pritchard (Student)" userId="S::240082529@aston.ac.uk::7f127e5d-3d04-4766-b41c-6ca91891a9f5" providerId="AD" clId="Web-{F4A0874B-B039-F198-EEA6-733E2A70A17A}" dt="2025-03-23T19:07:56.362" v="7"/>
          <ac:spMkLst>
            <pc:docMk/>
            <pc:sldMk cId="2765261154" sldId="266"/>
            <ac:spMk id="32" creationId="{D3F0ADB0-3516-1AEF-0900-6786DCD5A0C9}"/>
          </ac:spMkLst>
        </pc:spChg>
        <pc:spChg chg="mod">
          <ac:chgData name="John Pritchard (Student)" userId="S::240082529@aston.ac.uk::7f127e5d-3d04-4766-b41c-6ca91891a9f5" providerId="AD" clId="Web-{F4A0874B-B039-F198-EEA6-733E2A70A17A}" dt="2025-03-23T19:10:49.024" v="102" actId="20577"/>
          <ac:spMkLst>
            <pc:docMk/>
            <pc:sldMk cId="2765261154" sldId="266"/>
            <ac:spMk id="34" creationId="{3DCBFB6B-558D-20CC-789B-DE1A055051AE}"/>
          </ac:spMkLst>
        </pc:spChg>
        <pc:picChg chg="add del mod">
          <ac:chgData name="John Pritchard (Student)" userId="S::240082529@aston.ac.uk::7f127e5d-3d04-4766-b41c-6ca91891a9f5" providerId="AD" clId="Web-{F4A0874B-B039-F198-EEA6-733E2A70A17A}" dt="2025-03-23T19:08:09.816" v="14"/>
          <ac:picMkLst>
            <pc:docMk/>
            <pc:sldMk cId="2765261154" sldId="266"/>
            <ac:picMk id="8" creationId="{F85AFB48-7318-1792-DCBB-923E41AA36F8}"/>
          </ac:picMkLst>
        </pc:picChg>
        <pc:picChg chg="add mod">
          <ac:chgData name="John Pritchard (Student)" userId="S::240082529@aston.ac.uk::7f127e5d-3d04-4766-b41c-6ca91891a9f5" providerId="AD" clId="Web-{F4A0874B-B039-F198-EEA6-733E2A70A17A}" dt="2025-03-23T19:24:07.751" v="115" actId="1076"/>
          <ac:picMkLst>
            <pc:docMk/>
            <pc:sldMk cId="2765261154" sldId="266"/>
            <ac:picMk id="9" creationId="{3C011BF5-A0A6-CC87-7C41-D54E6B816964}"/>
          </ac:picMkLst>
        </pc:picChg>
        <pc:cxnChg chg="del">
          <ac:chgData name="John Pritchard (Student)" userId="S::240082529@aston.ac.uk::7f127e5d-3d04-4766-b41c-6ca91891a9f5" providerId="AD" clId="Web-{F4A0874B-B039-F198-EEA6-733E2A70A17A}" dt="2025-03-23T19:07:56.362" v="3"/>
          <ac:cxnSpMkLst>
            <pc:docMk/>
            <pc:sldMk cId="2765261154" sldId="266"/>
            <ac:cxnSpMk id="5" creationId="{7395EB8D-B3AF-9880-0AB7-300B3C4014AF}"/>
          </ac:cxnSpMkLst>
        </pc:cxnChg>
        <pc:cxnChg chg="del">
          <ac:chgData name="John Pritchard (Student)" userId="S::240082529@aston.ac.uk::7f127e5d-3d04-4766-b41c-6ca91891a9f5" providerId="AD" clId="Web-{F4A0874B-B039-F198-EEA6-733E2A70A17A}" dt="2025-03-23T19:07:56.362" v="8"/>
          <ac:cxnSpMkLst>
            <pc:docMk/>
            <pc:sldMk cId="2765261154" sldId="266"/>
            <ac:cxnSpMk id="6" creationId="{B91C4E4A-692D-E4EB-B680-C94E1ACBBE89}"/>
          </ac:cxnSpMkLst>
        </pc:cxnChg>
        <pc:cxnChg chg="del">
          <ac:chgData name="John Pritchard (Student)" userId="S::240082529@aston.ac.uk::7f127e5d-3d04-4766-b41c-6ca91891a9f5" providerId="AD" clId="Web-{F4A0874B-B039-F198-EEA6-733E2A70A17A}" dt="2025-03-23T19:07:56.362" v="1"/>
          <ac:cxnSpMkLst>
            <pc:docMk/>
            <pc:sldMk cId="2765261154" sldId="266"/>
            <ac:cxnSpMk id="10" creationId="{520FB9DA-A2B2-C187-A513-2385F8E429ED}"/>
          </ac:cxnSpMkLst>
        </pc:cxnChg>
        <pc:cxnChg chg="del">
          <ac:chgData name="John Pritchard (Student)" userId="S::240082529@aston.ac.uk::7f127e5d-3d04-4766-b41c-6ca91891a9f5" providerId="AD" clId="Web-{F4A0874B-B039-F198-EEA6-733E2A70A17A}" dt="2025-03-23T19:07:56.362" v="6"/>
          <ac:cxnSpMkLst>
            <pc:docMk/>
            <pc:sldMk cId="2765261154" sldId="266"/>
            <ac:cxnSpMk id="33" creationId="{4FEFBDD0-EE2B-039B-AB12-A55DBB0D0C8D}"/>
          </ac:cxnSpMkLst>
        </pc:cxnChg>
      </pc:sldChg>
    </pc:docChg>
  </pc:docChgLst>
  <pc:docChgLst>
    <pc:chgData name="John Pritchard (Student)" userId="S::240082529@aston.ac.uk::7f127e5d-3d04-4766-b41c-6ca91891a9f5" providerId="AD" clId="Web-{6826B2E7-DA3C-E121-7884-6FB71CDC20A2}"/>
    <pc:docChg chg="modSld">
      <pc:chgData name="John Pritchard (Student)" userId="S::240082529@aston.ac.uk::7f127e5d-3d04-4766-b41c-6ca91891a9f5" providerId="AD" clId="Web-{6826B2E7-DA3C-E121-7884-6FB71CDC20A2}" dt="2025-03-26T21:13:44.171" v="374" actId="20577"/>
      <pc:docMkLst>
        <pc:docMk/>
      </pc:docMkLst>
      <pc:sldChg chg="addSp delSp modSp">
        <pc:chgData name="John Pritchard (Student)" userId="S::240082529@aston.ac.uk::7f127e5d-3d04-4766-b41c-6ca91891a9f5" providerId="AD" clId="Web-{6826B2E7-DA3C-E121-7884-6FB71CDC20A2}" dt="2025-03-26T21:13:44.171" v="374" actId="20577"/>
        <pc:sldMkLst>
          <pc:docMk/>
          <pc:sldMk cId="122170410" sldId="262"/>
        </pc:sldMkLst>
        <pc:spChg chg="mod">
          <ac:chgData name="John Pritchard (Student)" userId="S::240082529@aston.ac.uk::7f127e5d-3d04-4766-b41c-6ca91891a9f5" providerId="AD" clId="Web-{6826B2E7-DA3C-E121-7884-6FB71CDC20A2}" dt="2025-03-26T21:06:46.992" v="224" actId="1076"/>
          <ac:spMkLst>
            <pc:docMk/>
            <pc:sldMk cId="122170410" sldId="262"/>
            <ac:spMk id="2" creationId="{B4EFA2E4-FF39-3020-4689-C63210007691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09:41.173" v="263" actId="1076"/>
          <ac:spMkLst>
            <pc:docMk/>
            <pc:sldMk cId="122170410" sldId="262"/>
            <ac:spMk id="3" creationId="{0D02FC4C-FC0E-A4B3-EB47-CEBDABF7E795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06:44.445" v="223" actId="1076"/>
          <ac:spMkLst>
            <pc:docMk/>
            <pc:sldMk cId="122170410" sldId="262"/>
            <ac:spMk id="4" creationId="{A1F75205-7582-17BD-1F1A-B119FB2EC6E1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11:58.993" v="306" actId="1076"/>
          <ac:spMkLst>
            <pc:docMk/>
            <pc:sldMk cId="122170410" sldId="262"/>
            <ac:spMk id="7" creationId="{5CD93DC0-FBBE-28C7-F3D7-DF2F6A8E0A4B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12:20.916" v="314" actId="1076"/>
          <ac:spMkLst>
            <pc:docMk/>
            <pc:sldMk cId="122170410" sldId="262"/>
            <ac:spMk id="8" creationId="{47138C40-50AF-9B8D-8302-5FF5A0A8D44F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10:27.754" v="276" actId="1076"/>
          <ac:spMkLst>
            <pc:docMk/>
            <pc:sldMk cId="122170410" sldId="262"/>
            <ac:spMk id="9" creationId="{4439BDC3-04B7-E394-C9B4-2D336A505553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12:51.105" v="327" actId="20577"/>
          <ac:spMkLst>
            <pc:docMk/>
            <pc:sldMk cId="122170410" sldId="262"/>
            <ac:spMk id="10" creationId="{5B898D4A-CADB-DF3C-EF72-33FD687D1DA4}"/>
          </ac:spMkLst>
        </pc:spChg>
        <pc:spChg chg="add mod">
          <ac:chgData name="John Pritchard (Student)" userId="S::240082529@aston.ac.uk::7f127e5d-3d04-4766-b41c-6ca91891a9f5" providerId="AD" clId="Web-{6826B2E7-DA3C-E121-7884-6FB71CDC20A2}" dt="2025-03-26T21:13:44.171" v="374" actId="20577"/>
          <ac:spMkLst>
            <pc:docMk/>
            <pc:sldMk cId="122170410" sldId="262"/>
            <ac:spMk id="11" creationId="{404BDEE7-A169-8487-BB1B-D876403A4405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13:22.701" v="371" actId="20577"/>
          <ac:spMkLst>
            <pc:docMk/>
            <pc:sldMk cId="122170410" sldId="262"/>
            <ac:spMk id="20" creationId="{AED62214-0C44-AFAE-BAA5-190AD2DF3D79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09:36.626" v="261" actId="1076"/>
          <ac:spMkLst>
            <pc:docMk/>
            <pc:sldMk cId="122170410" sldId="262"/>
            <ac:spMk id="26" creationId="{312AA800-0529-B06E-3CCB-A6CF47E47002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07:21.088" v="235" actId="1076"/>
          <ac:spMkLst>
            <pc:docMk/>
            <pc:sldMk cId="122170410" sldId="262"/>
            <ac:spMk id="27" creationId="{C7814397-F8CA-D96D-A779-3350A0EE4D6C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07:49.980" v="247" actId="1076"/>
          <ac:spMkLst>
            <pc:docMk/>
            <pc:sldMk cId="122170410" sldId="262"/>
            <ac:spMk id="29" creationId="{891013B7-DD16-11C5-CE18-CEE272FEB740}"/>
          </ac:spMkLst>
        </pc:spChg>
        <pc:spChg chg="del mod">
          <ac:chgData name="John Pritchard (Student)" userId="S::240082529@aston.ac.uk::7f127e5d-3d04-4766-b41c-6ca91891a9f5" providerId="AD" clId="Web-{6826B2E7-DA3C-E121-7884-6FB71CDC20A2}" dt="2025-03-26T21:07:01.493" v="231"/>
          <ac:spMkLst>
            <pc:docMk/>
            <pc:sldMk cId="122170410" sldId="262"/>
            <ac:spMk id="30" creationId="{BDB4F379-4C92-FB18-E112-9D929A195B64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02:04.055" v="116"/>
          <ac:spMkLst>
            <pc:docMk/>
            <pc:sldMk cId="122170410" sldId="262"/>
            <ac:spMk id="31" creationId="{5076ECAC-79CA-45F5-1683-BB3EDE834B4F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02:04.055" v="117"/>
          <ac:spMkLst>
            <pc:docMk/>
            <pc:sldMk cId="122170410" sldId="262"/>
            <ac:spMk id="35" creationId="{EB708D5D-4313-0174-104F-9CB492156CFB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11:24.288" v="294" actId="20577"/>
          <ac:spMkLst>
            <pc:docMk/>
            <pc:sldMk cId="122170410" sldId="262"/>
            <ac:spMk id="36" creationId="{1766C9D3-F753-C962-B73C-97F5D0B9392A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02:04.055" v="119"/>
          <ac:spMkLst>
            <pc:docMk/>
            <pc:sldMk cId="122170410" sldId="262"/>
            <ac:spMk id="45" creationId="{4C42559B-7089-4DC8-C9D1-C5CBA2FA5F65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07:33.120" v="239" actId="1076"/>
          <ac:spMkLst>
            <pc:docMk/>
            <pc:sldMk cId="122170410" sldId="262"/>
            <ac:spMk id="53" creationId="{3E6100DB-E023-5DAC-F9FD-CDBC5EF85EAD}"/>
          </ac:spMkLst>
        </pc:spChg>
        <pc:spChg chg="mod">
          <ac:chgData name="John Pritchard (Student)" userId="S::240082529@aston.ac.uk::7f127e5d-3d04-4766-b41c-6ca91891a9f5" providerId="AD" clId="Web-{6826B2E7-DA3C-E121-7884-6FB71CDC20A2}" dt="2025-03-26T21:02:39.854" v="135" actId="1076"/>
          <ac:spMkLst>
            <pc:docMk/>
            <pc:sldMk cId="122170410" sldId="262"/>
            <ac:spMk id="67" creationId="{93443946-A3A6-F855-666C-2EBFBC229F10}"/>
          </ac:spMkLst>
        </pc:spChg>
        <pc:cxnChg chg="del mod">
          <ac:chgData name="John Pritchard (Student)" userId="S::240082529@aston.ac.uk::7f127e5d-3d04-4766-b41c-6ca91891a9f5" providerId="AD" clId="Web-{6826B2E7-DA3C-E121-7884-6FB71CDC20A2}" dt="2025-03-26T21:06:53.492" v="226"/>
          <ac:cxnSpMkLst>
            <pc:docMk/>
            <pc:sldMk cId="122170410" sldId="262"/>
            <ac:cxnSpMk id="5" creationId="{9A62DAEF-C8BF-653A-7B95-F1AA32B6489F}"/>
          </ac:cxnSpMkLst>
        </pc:cxnChg>
        <pc:cxnChg chg="mod">
          <ac:chgData name="John Pritchard (Student)" userId="S::240082529@aston.ac.uk::7f127e5d-3d04-4766-b41c-6ca91891a9f5" providerId="AD" clId="Web-{6826B2E7-DA3C-E121-7884-6FB71CDC20A2}" dt="2025-03-26T21:01:59.805" v="104" actId="14100"/>
          <ac:cxnSpMkLst>
            <pc:docMk/>
            <pc:sldMk cId="122170410" sldId="262"/>
            <ac:cxnSpMk id="6" creationId="{74D740A8-10DD-5AE1-474C-DC483A00BDF1}"/>
          </ac:cxnSpMkLst>
        </pc:cxnChg>
        <pc:cxnChg chg="del mod">
          <ac:chgData name="John Pritchard (Student)" userId="S::240082529@aston.ac.uk::7f127e5d-3d04-4766-b41c-6ca91891a9f5" providerId="AD" clId="Web-{6826B2E7-DA3C-E121-7884-6FB71CDC20A2}" dt="2025-03-26T21:06:59.571" v="229"/>
          <ac:cxnSpMkLst>
            <pc:docMk/>
            <pc:sldMk cId="122170410" sldId="262"/>
            <ac:cxnSpMk id="12" creationId="{662A7290-0D28-AA11-1D44-C0624AC770BF}"/>
          </ac:cxnSpMkLst>
        </pc:cxnChg>
        <pc:cxnChg chg="add mod">
          <ac:chgData name="John Pritchard (Student)" userId="S::240082529@aston.ac.uk::7f127e5d-3d04-4766-b41c-6ca91891a9f5" providerId="AD" clId="Web-{6826B2E7-DA3C-E121-7884-6FB71CDC20A2}" dt="2025-03-26T21:10:01.549" v="268" actId="14100"/>
          <ac:cxnSpMkLst>
            <pc:docMk/>
            <pc:sldMk cId="122170410" sldId="262"/>
            <ac:cxnSpMk id="13" creationId="{163F9291-7709-7F1A-935D-32644A470F89}"/>
          </ac:cxnSpMkLst>
        </pc:cxnChg>
        <pc:cxnChg chg="del mod">
          <ac:chgData name="John Pritchard (Student)" userId="S::240082529@aston.ac.uk::7f127e5d-3d04-4766-b41c-6ca91891a9f5" providerId="AD" clId="Web-{6826B2E7-DA3C-E121-7884-6FB71CDC20A2}" dt="2025-03-26T21:07:47.605" v="246"/>
          <ac:cxnSpMkLst>
            <pc:docMk/>
            <pc:sldMk cId="122170410" sldId="262"/>
            <ac:cxnSpMk id="14" creationId="{1C8DC938-B62D-040C-F60F-A9418B335018}"/>
          </ac:cxnSpMkLst>
        </pc:cxnChg>
        <pc:cxnChg chg="add del mod">
          <ac:chgData name="John Pritchard (Student)" userId="S::240082529@aston.ac.uk::7f127e5d-3d04-4766-b41c-6ca91891a9f5" providerId="AD" clId="Web-{6826B2E7-DA3C-E121-7884-6FB71CDC20A2}" dt="2025-03-26T21:10:32.645" v="278"/>
          <ac:cxnSpMkLst>
            <pc:docMk/>
            <pc:sldMk cId="122170410" sldId="262"/>
            <ac:cxnSpMk id="15" creationId="{A2BA6B4F-EE5D-A0AB-A038-45D51C4B2627}"/>
          </ac:cxnSpMkLst>
        </pc:cxnChg>
        <pc:cxnChg chg="del mod">
          <ac:chgData name="John Pritchard (Student)" userId="S::240082529@aston.ac.uk::7f127e5d-3d04-4766-b41c-6ca91891a9f5" providerId="AD" clId="Web-{6826B2E7-DA3C-E121-7884-6FB71CDC20A2}" dt="2025-03-26T21:07:44.933" v="244"/>
          <ac:cxnSpMkLst>
            <pc:docMk/>
            <pc:sldMk cId="122170410" sldId="262"/>
            <ac:cxnSpMk id="16" creationId="{051F2048-5E50-80E7-4AE3-EB1E19733210}"/>
          </ac:cxnSpMkLst>
        </pc:cxnChg>
        <pc:cxnChg chg="add mod">
          <ac:chgData name="John Pritchard (Student)" userId="S::240082529@aston.ac.uk::7f127e5d-3d04-4766-b41c-6ca91891a9f5" providerId="AD" clId="Web-{6826B2E7-DA3C-E121-7884-6FB71CDC20A2}" dt="2025-03-26T21:10:56.771" v="281" actId="14100"/>
          <ac:cxnSpMkLst>
            <pc:docMk/>
            <pc:sldMk cId="122170410" sldId="262"/>
            <ac:cxnSpMk id="17" creationId="{7FA4DC42-51D0-040A-374F-9A5D5CED472F}"/>
          </ac:cxnSpMkLst>
        </pc:cxnChg>
        <pc:cxnChg chg="del mod">
          <ac:chgData name="John Pritchard (Student)" userId="S::240082529@aston.ac.uk::7f127e5d-3d04-4766-b41c-6ca91891a9f5" providerId="AD" clId="Web-{6826B2E7-DA3C-E121-7884-6FB71CDC20A2}" dt="2025-03-26T21:06:53.852" v="227"/>
          <ac:cxnSpMkLst>
            <pc:docMk/>
            <pc:sldMk cId="122170410" sldId="262"/>
            <ac:cxnSpMk id="18" creationId="{CCA5FD3C-0EA3-D5D4-9791-30EE5585CFD3}"/>
          </ac:cxnSpMkLst>
        </pc:cxnChg>
        <pc:cxnChg chg="add mod">
          <ac:chgData name="John Pritchard (Student)" userId="S::240082529@aston.ac.uk::7f127e5d-3d04-4766-b41c-6ca91891a9f5" providerId="AD" clId="Web-{6826B2E7-DA3C-E121-7884-6FB71CDC20A2}" dt="2025-03-26T21:11:10.444" v="286" actId="1076"/>
          <ac:cxnSpMkLst>
            <pc:docMk/>
            <pc:sldMk cId="122170410" sldId="262"/>
            <ac:cxnSpMk id="19" creationId="{F271AF0B-A6AD-583B-CD2A-5C407D14CEAE}"/>
          </ac:cxnSpMkLst>
        </pc:cxnChg>
        <pc:cxnChg chg="add mod">
          <ac:chgData name="John Pritchard (Student)" userId="S::240082529@aston.ac.uk::7f127e5d-3d04-4766-b41c-6ca91891a9f5" providerId="AD" clId="Web-{6826B2E7-DA3C-E121-7884-6FB71CDC20A2}" dt="2025-03-26T21:11:16.350" v="289" actId="14100"/>
          <ac:cxnSpMkLst>
            <pc:docMk/>
            <pc:sldMk cId="122170410" sldId="262"/>
            <ac:cxnSpMk id="21" creationId="{08F6D494-E702-F614-7EEB-2EDE3AE93A3C}"/>
          </ac:cxnSpMkLst>
        </pc:cxnChg>
        <pc:cxnChg chg="add mod">
          <ac:chgData name="John Pritchard (Student)" userId="S::240082529@aston.ac.uk::7f127e5d-3d04-4766-b41c-6ca91891a9f5" providerId="AD" clId="Web-{6826B2E7-DA3C-E121-7884-6FB71CDC20A2}" dt="2025-03-26T21:11:29.835" v="297"/>
          <ac:cxnSpMkLst>
            <pc:docMk/>
            <pc:sldMk cId="122170410" sldId="262"/>
            <ac:cxnSpMk id="22" creationId="{C7FD9FF7-34A3-2C32-62A2-7BE4954C5230}"/>
          </ac:cxnSpMkLst>
        </pc:cxnChg>
        <pc:cxnChg chg="mod">
          <ac:chgData name="John Pritchard (Student)" userId="S::240082529@aston.ac.uk::7f127e5d-3d04-4766-b41c-6ca91891a9f5" providerId="AD" clId="Web-{6826B2E7-DA3C-E121-7884-6FB71CDC20A2}" dt="2025-03-26T21:09:55.221" v="265" actId="14100"/>
          <ac:cxnSpMkLst>
            <pc:docMk/>
            <pc:sldMk cId="122170410" sldId="262"/>
            <ac:cxnSpMk id="23" creationId="{0A18B8E9-F70D-B59D-41D0-D1B25EF44907}"/>
          </ac:cxnSpMkLst>
        </pc:cxnChg>
        <pc:cxnChg chg="add mod">
          <ac:chgData name="John Pritchard (Student)" userId="S::240082529@aston.ac.uk::7f127e5d-3d04-4766-b41c-6ca91891a9f5" providerId="AD" clId="Web-{6826B2E7-DA3C-E121-7884-6FB71CDC20A2}" dt="2025-03-26T21:11:36.648" v="300" actId="14100"/>
          <ac:cxnSpMkLst>
            <pc:docMk/>
            <pc:sldMk cId="122170410" sldId="262"/>
            <ac:cxnSpMk id="24" creationId="{5CE65FBD-F463-D926-8F93-3F110FE133CD}"/>
          </ac:cxnSpMkLst>
        </pc:cxnChg>
        <pc:cxnChg chg="add mod">
          <ac:chgData name="John Pritchard (Student)" userId="S::240082529@aston.ac.uk::7f127e5d-3d04-4766-b41c-6ca91891a9f5" providerId="AD" clId="Web-{6826B2E7-DA3C-E121-7884-6FB71CDC20A2}" dt="2025-03-26T21:12:17.416" v="313" actId="1076"/>
          <ac:cxnSpMkLst>
            <pc:docMk/>
            <pc:sldMk cId="122170410" sldId="262"/>
            <ac:cxnSpMk id="25" creationId="{5552CC94-8977-98D0-2DA0-D9F18DE7BD5C}"/>
          </ac:cxnSpMkLst>
        </pc:cxnChg>
        <pc:cxnChg chg="del mod">
          <ac:chgData name="John Pritchard (Student)" userId="S::240082529@aston.ac.uk::7f127e5d-3d04-4766-b41c-6ca91891a9f5" providerId="AD" clId="Web-{6826B2E7-DA3C-E121-7884-6FB71CDC20A2}" dt="2025-03-26T21:07:00.383" v="230"/>
          <ac:cxnSpMkLst>
            <pc:docMk/>
            <pc:sldMk cId="122170410" sldId="262"/>
            <ac:cxnSpMk id="28" creationId="{05F21748-FAE5-380B-D8D7-854427015365}"/>
          </ac:cxnSpMkLst>
        </pc:cxnChg>
        <pc:cxnChg chg="add mod">
          <ac:chgData name="John Pritchard (Student)" userId="S::240082529@aston.ac.uk::7f127e5d-3d04-4766-b41c-6ca91891a9f5" providerId="AD" clId="Web-{6826B2E7-DA3C-E121-7884-6FB71CDC20A2}" dt="2025-03-26T21:12:30.495" v="318" actId="14100"/>
          <ac:cxnSpMkLst>
            <pc:docMk/>
            <pc:sldMk cId="122170410" sldId="262"/>
            <ac:cxnSpMk id="32" creationId="{C8E9780D-4C7D-B389-F313-0FF467C63222}"/>
          </ac:cxnSpMkLst>
        </pc:cxnChg>
        <pc:cxnChg chg="del mod">
          <ac:chgData name="John Pritchard (Student)" userId="S::240082529@aston.ac.uk::7f127e5d-3d04-4766-b41c-6ca91891a9f5" providerId="AD" clId="Web-{6826B2E7-DA3C-E121-7884-6FB71CDC20A2}" dt="2025-03-26T21:07:14.915" v="234"/>
          <ac:cxnSpMkLst>
            <pc:docMk/>
            <pc:sldMk cId="122170410" sldId="262"/>
            <ac:cxnSpMk id="39" creationId="{F220CDB8-F03B-C306-4A3A-C7509939B054}"/>
          </ac:cxnSpMkLst>
        </pc:cxnChg>
        <pc:cxnChg chg="mod">
          <ac:chgData name="John Pritchard (Student)" userId="S::240082529@aston.ac.uk::7f127e5d-3d04-4766-b41c-6ca91891a9f5" providerId="AD" clId="Web-{6826B2E7-DA3C-E121-7884-6FB71CDC20A2}" dt="2025-03-26T21:11:56.509" v="305" actId="14100"/>
          <ac:cxnSpMkLst>
            <pc:docMk/>
            <pc:sldMk cId="122170410" sldId="262"/>
            <ac:cxnSpMk id="41" creationId="{B0EA61AE-B21D-1AAE-5154-AB3F792D9926}"/>
          </ac:cxnSpMkLst>
        </pc:cxnChg>
        <pc:cxnChg chg="mod">
          <ac:chgData name="John Pritchard (Student)" userId="S::240082529@aston.ac.uk::7f127e5d-3d04-4766-b41c-6ca91891a9f5" providerId="AD" clId="Web-{6826B2E7-DA3C-E121-7884-6FB71CDC20A2}" dt="2025-03-26T21:08:14.575" v="252" actId="14100"/>
          <ac:cxnSpMkLst>
            <pc:docMk/>
            <pc:sldMk cId="122170410" sldId="262"/>
            <ac:cxnSpMk id="48" creationId="{81CE480E-5E43-7170-384D-09671990164D}"/>
          </ac:cxnSpMkLst>
        </pc:cxnChg>
        <pc:cxnChg chg="del mod">
          <ac:chgData name="John Pritchard (Student)" userId="S::240082529@aston.ac.uk::7f127e5d-3d04-4766-b41c-6ca91891a9f5" providerId="AD" clId="Web-{6826B2E7-DA3C-E121-7884-6FB71CDC20A2}" dt="2025-03-26T21:07:35.807" v="240"/>
          <ac:cxnSpMkLst>
            <pc:docMk/>
            <pc:sldMk cId="122170410" sldId="262"/>
            <ac:cxnSpMk id="54" creationId="{B6895B54-1F4B-1D12-0F60-E66D427B3C6B}"/>
          </ac:cxnSpMkLst>
        </pc:cxnChg>
        <pc:cxnChg chg="mod">
          <ac:chgData name="John Pritchard (Student)" userId="S::240082529@aston.ac.uk::7f127e5d-3d04-4766-b41c-6ca91891a9f5" providerId="AD" clId="Web-{6826B2E7-DA3C-E121-7884-6FB71CDC20A2}" dt="2025-03-26T21:05:41.786" v="193" actId="14100"/>
          <ac:cxnSpMkLst>
            <pc:docMk/>
            <pc:sldMk cId="122170410" sldId="262"/>
            <ac:cxnSpMk id="59" creationId="{96617EB5-8DB6-5410-C49D-1407C1494F59}"/>
          </ac:cxnSpMkLst>
        </pc:cxnChg>
        <pc:cxnChg chg="mod">
          <ac:chgData name="John Pritchard (Student)" userId="S::240082529@aston.ac.uk::7f127e5d-3d04-4766-b41c-6ca91891a9f5" providerId="AD" clId="Web-{6826B2E7-DA3C-E121-7884-6FB71CDC20A2}" dt="2025-03-26T21:12:03.696" v="307" actId="14100"/>
          <ac:cxnSpMkLst>
            <pc:docMk/>
            <pc:sldMk cId="122170410" sldId="262"/>
            <ac:cxnSpMk id="60" creationId="{81EAA1BF-9399-DD06-54AF-6C2D3F118738}"/>
          </ac:cxnSpMkLst>
        </pc:cxnChg>
        <pc:cxnChg chg="mod">
          <ac:chgData name="John Pritchard (Student)" userId="S::240082529@aston.ac.uk::7f127e5d-3d04-4766-b41c-6ca91891a9f5" providerId="AD" clId="Web-{6826B2E7-DA3C-E121-7884-6FB71CDC20A2}" dt="2025-03-26T21:08:28.169" v="256" actId="14100"/>
          <ac:cxnSpMkLst>
            <pc:docMk/>
            <pc:sldMk cId="122170410" sldId="262"/>
            <ac:cxnSpMk id="64" creationId="{0ADBE1EA-48F6-2D75-4B23-790757D8F640}"/>
          </ac:cxnSpMkLst>
        </pc:cxnChg>
        <pc:cxnChg chg="mod">
          <ac:chgData name="John Pritchard (Student)" userId="S::240082529@aston.ac.uk::7f127e5d-3d04-4766-b41c-6ca91891a9f5" providerId="AD" clId="Web-{6826B2E7-DA3C-E121-7884-6FB71CDC20A2}" dt="2025-03-26T21:01:59.789" v="75" actId="14100"/>
          <ac:cxnSpMkLst>
            <pc:docMk/>
            <pc:sldMk cId="122170410" sldId="262"/>
            <ac:cxnSpMk id="66" creationId="{B161AAD8-36C4-1D06-DFF3-A74C518E5421}"/>
          </ac:cxnSpMkLst>
        </pc:cxnChg>
        <pc:cxnChg chg="mod">
          <ac:chgData name="John Pritchard (Student)" userId="S::240082529@aston.ac.uk::7f127e5d-3d04-4766-b41c-6ca91891a9f5" providerId="AD" clId="Web-{6826B2E7-DA3C-E121-7884-6FB71CDC20A2}" dt="2025-03-26T21:01:59.789" v="73" actId="14100"/>
          <ac:cxnSpMkLst>
            <pc:docMk/>
            <pc:sldMk cId="122170410" sldId="262"/>
            <ac:cxnSpMk id="71" creationId="{38AA4D9A-DA94-BAA0-3938-B157BB3C026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A41F4-0300-D700-DB47-8C0C22A0F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532B2-5395-7C64-9300-D2A46DE41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3D076-03AB-6B8F-3418-D02C25F4C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A794-2C85-4C97-8225-5E4ABB51CC69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29808-7F1E-08A1-942F-E04C656F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BA0D9-9C3C-199E-F882-85AD778F4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8F9F2-8BEA-46D4-AB72-BB27804A2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65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2D185-A714-B4A6-E439-68F78696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4D6C9-228A-DAE5-BD49-B2111EE3A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9D5D5-8DAA-F5B5-EC00-32D7C079D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A794-2C85-4C97-8225-5E4ABB51CC69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A8FCF-3D71-141F-D2B4-2AA3613AF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2092-93C4-3F26-42D1-2EE3CD84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8F9F2-8BEA-46D4-AB72-BB27804A2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963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8C02E-790F-1DEC-540A-4947D880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8CB5A-C856-406A-DF68-8C667F953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E0E97-60A9-3137-2D77-A5BE87E4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A794-2C85-4C97-8225-5E4ABB51CC69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03CE1-51C3-AB47-025F-858C40B4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23F9B-4BF5-5E11-2786-008DAFCAF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8F9F2-8BEA-46D4-AB72-BB27804A2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354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67B2-BEB9-F4DC-1E3B-8DACEA4FE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E05E2-D217-48A0-F8A1-BE2C6FC0A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FC217-0788-7F2B-EFDA-07736B76A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EC4EA-F3EC-668B-83C1-238A9C6F4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A794-2C85-4C97-8225-5E4ABB51CC69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86E06-45C9-3E2C-B148-A0D65955D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A9BC8-AA0C-C062-7DE3-E778A1BC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8F9F2-8BEA-46D4-AB72-BB27804A2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68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3B16D-059C-DA6D-F156-23ED94E4D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1B8CF-6D12-EDCC-BD14-38D657CB3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EC0F8-3798-9AB1-4FC3-20D8412D7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9E3730-30BA-0000-8F51-FA8214AD2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C6BB1-B0E9-A2BE-79A6-AD148B047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53759-4E4F-9881-4B3C-E6A200FE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A794-2C85-4C97-8225-5E4ABB51CC69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7A3512-15F2-7554-1421-D08AB5407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44A7A-47D4-4BFB-432D-D8FB831B7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8F9F2-8BEA-46D4-AB72-BB27804A2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574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2017-A82D-F95C-BA91-8DF82967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C94DB1-4934-01E7-AB3A-F0988CA38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A794-2C85-4C97-8225-5E4ABB51CC69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8060E5-AA7A-A83F-7022-B95192E5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1076C-D8FD-D15C-DDF6-9A32011C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8F9F2-8BEA-46D4-AB72-BB27804A2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83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F5115-D2B8-6665-BE6D-912ABA59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A794-2C85-4C97-8225-5E4ABB51CC69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CAF4C-F126-D88D-ADD1-89E0CA317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7709C-E542-2CDF-D9C9-51DF1A43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8F9F2-8BEA-46D4-AB72-BB27804A2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85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4B6F-9668-3CB2-52FD-F7868075E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802AC-DF8F-2B50-87E2-E1A4EFCEA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3D764-9E83-6754-E886-73D202F7E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BEDB4-FC2B-41DA-AA0B-3D4CC17E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A794-2C85-4C97-8225-5E4ABB51CC69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EBCDF-16A7-B5E6-9BB8-F1DB9727F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5EA07-4697-2A77-AF8F-AA6C4872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8F9F2-8BEA-46D4-AB72-BB27804A2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906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1855-CA93-12BA-303C-F35395A94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CB75E-7FCC-2EF7-7CC9-7C462395D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04810-06EE-E293-6105-7755CA3E3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AFA52-BE35-FE85-51FB-F5EFDB931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A794-2C85-4C97-8225-5E4ABB51CC69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06A3E-768B-D863-F47D-2C298076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B97D4-35FE-979B-8611-417DCE60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8F9F2-8BEA-46D4-AB72-BB27804A2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69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716AD-5DDB-7F3B-AB4C-FD728AF38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733B3-9026-F558-F2C7-EC0DD550D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61116-3E0B-455C-8089-8111B4A9C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A794-2C85-4C97-8225-5E4ABB51CC69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017B0-1BBD-1C5B-F00F-2D4817C12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EC008-FE5E-CFF0-DC55-AAEE495C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8F9F2-8BEA-46D4-AB72-BB27804A2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91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98831D-986B-FC4C-43ED-6820C4699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F1F90-EB69-83D8-E16A-ECDAB94CB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6152B-F405-7C08-6A81-B5566B6A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A794-2C85-4C97-8225-5E4ABB51CC69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37DC4-3DED-F3D8-3CF3-88F81B10E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946E-46B2-931E-257A-9435D0B7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8F9F2-8BEA-46D4-AB72-BB27804A2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859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BBCF9-D9F3-FA72-8A8B-A98306B2E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D204A-1A0E-0EBF-5EA6-9D5E883B3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E2DD0-735D-682A-6D9E-34A137AB6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8A794-2C85-4C97-8225-5E4ABB51CC69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5AE36-EF99-C362-1D3F-E790EAF96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CEFFA-A519-94B0-F49D-A5C452C91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8F9F2-8BEA-46D4-AB72-BB27804A24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67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A1F75205-7582-17BD-1F1A-B119FB2EC6E1}"/>
              </a:ext>
            </a:extLst>
          </p:cNvPr>
          <p:cNvSpPr/>
          <p:nvPr/>
        </p:nvSpPr>
        <p:spPr>
          <a:xfrm>
            <a:off x="2669867" y="318968"/>
            <a:ext cx="1569093" cy="495110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Main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D740A8-10DD-5AE1-474C-DC483A00BDF1}"/>
              </a:ext>
            </a:extLst>
          </p:cNvPr>
          <p:cNvCxnSpPr>
            <a:cxnSpLocks/>
          </p:cNvCxnSpPr>
          <p:nvPr/>
        </p:nvCxnSpPr>
        <p:spPr>
          <a:xfrm>
            <a:off x="3458095" y="820970"/>
            <a:ext cx="1" cy="312238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Flowchart: Predefined Process 1">
            <a:extLst>
              <a:ext uri="{FF2B5EF4-FFF2-40B4-BE49-F238E27FC236}">
                <a16:creationId xmlns:a16="http://schemas.microsoft.com/office/drawing/2014/main" id="{B4EFA2E4-FF39-3020-4689-C63210007691}"/>
              </a:ext>
            </a:extLst>
          </p:cNvPr>
          <p:cNvSpPr/>
          <p:nvPr/>
        </p:nvSpPr>
        <p:spPr>
          <a:xfrm>
            <a:off x="2669868" y="1128275"/>
            <a:ext cx="1569094" cy="342512"/>
          </a:xfrm>
          <a:prstGeom prst="flowChartPredefinedProcess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setup() </a:t>
            </a:r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0D02FC4C-FC0E-A4B3-EB47-CEBDABF7E795}"/>
              </a:ext>
            </a:extLst>
          </p:cNvPr>
          <p:cNvSpPr/>
          <p:nvPr/>
        </p:nvSpPr>
        <p:spPr>
          <a:xfrm>
            <a:off x="2564988" y="1882011"/>
            <a:ext cx="1787922" cy="673972"/>
          </a:xfrm>
          <a:prstGeom prst="flowChartDecision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Does system have power?</a:t>
            </a:r>
          </a:p>
        </p:txBody>
      </p:sp>
      <p:sp>
        <p:nvSpPr>
          <p:cNvPr id="7" name="Flowchart: Predefined Process 6">
            <a:extLst>
              <a:ext uri="{FF2B5EF4-FFF2-40B4-BE49-F238E27FC236}">
                <a16:creationId xmlns:a16="http://schemas.microsoft.com/office/drawing/2014/main" id="{5CD93DC0-FBBE-28C7-F3D7-DF2F6A8E0A4B}"/>
              </a:ext>
            </a:extLst>
          </p:cNvPr>
          <p:cNvSpPr/>
          <p:nvPr/>
        </p:nvSpPr>
        <p:spPr>
          <a:xfrm>
            <a:off x="4778169" y="5178426"/>
            <a:ext cx="1710133" cy="342512"/>
          </a:xfrm>
          <a:prstGeom prst="flowChartPredefinedProcess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overload_warning() </a:t>
            </a:r>
          </a:p>
        </p:txBody>
      </p:sp>
      <p:sp>
        <p:nvSpPr>
          <p:cNvPr id="8" name="Flowchart: Predefined Process 7">
            <a:extLst>
              <a:ext uri="{FF2B5EF4-FFF2-40B4-BE49-F238E27FC236}">
                <a16:creationId xmlns:a16="http://schemas.microsoft.com/office/drawing/2014/main" id="{47138C40-50AF-9B8D-8302-5FF5A0A8D44F}"/>
              </a:ext>
            </a:extLst>
          </p:cNvPr>
          <p:cNvSpPr/>
          <p:nvPr/>
        </p:nvSpPr>
        <p:spPr>
          <a:xfrm>
            <a:off x="4726608" y="2962600"/>
            <a:ext cx="1569094" cy="342512"/>
          </a:xfrm>
          <a:prstGeom prst="flowChartPredefinedProcess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tareFunc() 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4439BDC3-04B7-E394-C9B4-2D336A505553}"/>
              </a:ext>
            </a:extLst>
          </p:cNvPr>
          <p:cNvSpPr/>
          <p:nvPr/>
        </p:nvSpPr>
        <p:spPr>
          <a:xfrm>
            <a:off x="2574059" y="2795402"/>
            <a:ext cx="1787922" cy="673972"/>
          </a:xfrm>
          <a:prstGeom prst="flowChartDecision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Is tareFlag = True?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18B8E9-F70D-B59D-41D0-D1B25EF44907}"/>
              </a:ext>
            </a:extLst>
          </p:cNvPr>
          <p:cNvCxnSpPr>
            <a:cxnSpLocks/>
          </p:cNvCxnSpPr>
          <p:nvPr/>
        </p:nvCxnSpPr>
        <p:spPr>
          <a:xfrm flipH="1" flipV="1">
            <a:off x="1647701" y="2205390"/>
            <a:ext cx="935430" cy="18142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Flowchart: Terminator 25">
            <a:extLst>
              <a:ext uri="{FF2B5EF4-FFF2-40B4-BE49-F238E27FC236}">
                <a16:creationId xmlns:a16="http://schemas.microsoft.com/office/drawing/2014/main" id="{312AA800-0529-B06E-3CCB-A6CF47E47002}"/>
              </a:ext>
            </a:extLst>
          </p:cNvPr>
          <p:cNvSpPr/>
          <p:nvPr/>
        </p:nvSpPr>
        <p:spPr>
          <a:xfrm>
            <a:off x="114894" y="1957835"/>
            <a:ext cx="1569093" cy="495110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End</a:t>
            </a:r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id="{C7814397-F8CA-D96D-A779-3350A0EE4D6C}"/>
              </a:ext>
            </a:extLst>
          </p:cNvPr>
          <p:cNvSpPr/>
          <p:nvPr/>
        </p:nvSpPr>
        <p:spPr>
          <a:xfrm>
            <a:off x="2610345" y="4272808"/>
            <a:ext cx="1787922" cy="518391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Calculate totalWeight from all four Load Cells</a:t>
            </a:r>
            <a:r>
              <a:rPr lang="en-GB" sz="1000" dirty="0"/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1013B7-DD16-11C5-CE18-CEE272FEB740}"/>
              </a:ext>
            </a:extLst>
          </p:cNvPr>
          <p:cNvSpPr txBox="1"/>
          <p:nvPr/>
        </p:nvSpPr>
        <p:spPr>
          <a:xfrm>
            <a:off x="4204946" y="3179391"/>
            <a:ext cx="617201" cy="246221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b="1" dirty="0"/>
              <a:t>Yes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76ECAC-79CA-45F5-1683-BB3EDE834B4F}"/>
              </a:ext>
            </a:extLst>
          </p:cNvPr>
          <p:cNvSpPr txBox="1"/>
          <p:nvPr/>
        </p:nvSpPr>
        <p:spPr>
          <a:xfrm>
            <a:off x="3615836" y="2478547"/>
            <a:ext cx="617201" cy="246221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b="1" dirty="0"/>
              <a:t>Yes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708D5D-4313-0174-104F-9CB492156CFB}"/>
              </a:ext>
            </a:extLst>
          </p:cNvPr>
          <p:cNvSpPr txBox="1"/>
          <p:nvPr/>
        </p:nvSpPr>
        <p:spPr>
          <a:xfrm>
            <a:off x="2385725" y="1893950"/>
            <a:ext cx="634566" cy="246221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b="1" dirty="0"/>
              <a:t>No</a:t>
            </a:r>
          </a:p>
        </p:txBody>
      </p:sp>
      <p:sp>
        <p:nvSpPr>
          <p:cNvPr id="36" name="Flowchart: Decision 35">
            <a:extLst>
              <a:ext uri="{FF2B5EF4-FFF2-40B4-BE49-F238E27FC236}">
                <a16:creationId xmlns:a16="http://schemas.microsoft.com/office/drawing/2014/main" id="{1766C9D3-F753-C962-B73C-97F5D0B9392A}"/>
              </a:ext>
            </a:extLst>
          </p:cNvPr>
          <p:cNvSpPr/>
          <p:nvPr/>
        </p:nvSpPr>
        <p:spPr>
          <a:xfrm>
            <a:off x="2601274" y="5017232"/>
            <a:ext cx="1787922" cy="673972"/>
          </a:xfrm>
          <a:prstGeom prst="flowChartDecision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Is </a:t>
            </a:r>
            <a:r>
              <a:rPr lang="en-GB" sz="1000" b="1" dirty="0" err="1"/>
              <a:t>totalWeight</a:t>
            </a:r>
            <a:r>
              <a:rPr lang="en-GB" sz="1000" b="1" dirty="0"/>
              <a:t> &gt; 190kg?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0EA61AE-B21D-1AAE-5154-AB3F792D9926}"/>
              </a:ext>
            </a:extLst>
          </p:cNvPr>
          <p:cNvCxnSpPr>
            <a:cxnSpLocks/>
          </p:cNvCxnSpPr>
          <p:nvPr/>
        </p:nvCxnSpPr>
        <p:spPr>
          <a:xfrm>
            <a:off x="4352909" y="5349681"/>
            <a:ext cx="425259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C42559B-7089-4DC8-C9D1-C5CBA2FA5F65}"/>
              </a:ext>
            </a:extLst>
          </p:cNvPr>
          <p:cNvSpPr txBox="1"/>
          <p:nvPr/>
        </p:nvSpPr>
        <p:spPr>
          <a:xfrm>
            <a:off x="4204946" y="4999511"/>
            <a:ext cx="617201" cy="246221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b="1" dirty="0"/>
              <a:t>Yes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1CE480E-5E43-7170-384D-09671990164D}"/>
              </a:ext>
            </a:extLst>
          </p:cNvPr>
          <p:cNvCxnSpPr>
            <a:cxnSpLocks/>
          </p:cNvCxnSpPr>
          <p:nvPr/>
        </p:nvCxnSpPr>
        <p:spPr>
          <a:xfrm flipV="1">
            <a:off x="4023518" y="6261255"/>
            <a:ext cx="3765137" cy="45357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Flowchart: Data 52">
            <a:extLst>
              <a:ext uri="{FF2B5EF4-FFF2-40B4-BE49-F238E27FC236}">
                <a16:creationId xmlns:a16="http://schemas.microsoft.com/office/drawing/2014/main" id="{3E6100DB-E023-5DAC-F9FD-CDBC5EF85EAD}"/>
              </a:ext>
            </a:extLst>
          </p:cNvPr>
          <p:cNvSpPr/>
          <p:nvPr/>
        </p:nvSpPr>
        <p:spPr>
          <a:xfrm>
            <a:off x="2628938" y="6002397"/>
            <a:ext cx="1660020" cy="518386"/>
          </a:xfrm>
          <a:prstGeom prst="flowChartInputOutput">
            <a:avLst/>
          </a:prstGeom>
          <a:solidFill>
            <a:schemeClr val="bg2">
              <a:lumMod val="5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Display totalWeight on LCD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6617EB5-8DB6-5410-C49D-1407C1494F59}"/>
              </a:ext>
            </a:extLst>
          </p:cNvPr>
          <p:cNvCxnSpPr>
            <a:cxnSpLocks/>
          </p:cNvCxnSpPr>
          <p:nvPr/>
        </p:nvCxnSpPr>
        <p:spPr>
          <a:xfrm flipV="1">
            <a:off x="7137327" y="2232604"/>
            <a:ext cx="0" cy="308062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1EAA1BF-9399-DD06-54AF-6C2D3F118738}"/>
              </a:ext>
            </a:extLst>
          </p:cNvPr>
          <p:cNvCxnSpPr>
            <a:cxnSpLocks/>
          </p:cNvCxnSpPr>
          <p:nvPr/>
        </p:nvCxnSpPr>
        <p:spPr>
          <a:xfrm>
            <a:off x="6488301" y="5304153"/>
            <a:ext cx="649026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ADBE1EA-48F6-2D75-4B23-790757D8F640}"/>
              </a:ext>
            </a:extLst>
          </p:cNvPr>
          <p:cNvCxnSpPr>
            <a:cxnSpLocks/>
          </p:cNvCxnSpPr>
          <p:nvPr/>
        </p:nvCxnSpPr>
        <p:spPr>
          <a:xfrm flipH="1" flipV="1">
            <a:off x="4336021" y="2223698"/>
            <a:ext cx="2810377" cy="36284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161AAD8-36C4-1D06-DFF3-A74C518E5421}"/>
              </a:ext>
            </a:extLst>
          </p:cNvPr>
          <p:cNvCxnSpPr>
            <a:cxnSpLocks/>
          </p:cNvCxnSpPr>
          <p:nvPr/>
        </p:nvCxnSpPr>
        <p:spPr>
          <a:xfrm flipV="1">
            <a:off x="7797727" y="2241840"/>
            <a:ext cx="0" cy="4064772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3443946-A3A6-F855-666C-2EBFBC229F10}"/>
              </a:ext>
            </a:extLst>
          </p:cNvPr>
          <p:cNvSpPr txBox="1"/>
          <p:nvPr/>
        </p:nvSpPr>
        <p:spPr>
          <a:xfrm>
            <a:off x="3708842" y="5579239"/>
            <a:ext cx="634566" cy="246221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GB" sz="1000" b="1" dirty="0"/>
              <a:t>No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8AA4D9A-DA94-BAA0-3938-B157BB3C0267}"/>
              </a:ext>
            </a:extLst>
          </p:cNvPr>
          <p:cNvCxnSpPr>
            <a:cxnSpLocks/>
          </p:cNvCxnSpPr>
          <p:nvPr/>
        </p:nvCxnSpPr>
        <p:spPr>
          <a:xfrm flipH="1">
            <a:off x="7128091" y="2251076"/>
            <a:ext cx="660400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898D4A-CADB-DF3C-EF72-33FD687D1DA4}"/>
              </a:ext>
            </a:extLst>
          </p:cNvPr>
          <p:cNvSpPr txBox="1"/>
          <p:nvPr/>
        </p:nvSpPr>
        <p:spPr>
          <a:xfrm>
            <a:off x="5398655" y="126822"/>
            <a:ext cx="614217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arenR"/>
            </a:pPr>
            <a:r>
              <a:rPr lang="en-GB" sz="1400" dirty="0"/>
              <a:t>The setup() method is used to initialise variables, set baud rate and create the Scale objects used for measuring.</a:t>
            </a:r>
          </a:p>
          <a:p>
            <a:pPr marL="342900" indent="-342900">
              <a:buAutoNum type="arabicParenR"/>
            </a:pPr>
            <a:endParaRPr lang="en-GB" sz="1400" dirty="0"/>
          </a:p>
          <a:p>
            <a:pPr marL="342900" indent="-342900">
              <a:buAutoNum type="arabicParenR"/>
            </a:pPr>
            <a:r>
              <a:rPr lang="en-GB" sz="1400" dirty="0"/>
              <a:t>If the system has power, the Boolean variable tareFlag is checked to see if the TareSet interrupt has been called. If so, tareFlag = True and tareFunc() is called.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D62214-0C44-AFAE-BAA5-190AD2DF3D79}"/>
              </a:ext>
            </a:extLst>
          </p:cNvPr>
          <p:cNvSpPr txBox="1"/>
          <p:nvPr/>
        </p:nvSpPr>
        <p:spPr>
          <a:xfrm>
            <a:off x="8026831" y="1778232"/>
            <a:ext cx="3922135" cy="24622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/>
              <a:t>3) If false, the battery level is checked.</a:t>
            </a:r>
            <a:endParaRPr lang="en-US" dirty="0"/>
          </a:p>
          <a:p>
            <a:endParaRPr lang="en-GB" sz="1400" dirty="0"/>
          </a:p>
          <a:p>
            <a:r>
              <a:rPr lang="en-GB" sz="1400" dirty="0"/>
              <a:t>4) Then, </a:t>
            </a:r>
            <a:r>
              <a:rPr lang="en-GB" sz="1400" dirty="0" err="1"/>
              <a:t>totalWeight</a:t>
            </a:r>
            <a:r>
              <a:rPr lang="en-GB" sz="1400" dirty="0"/>
              <a:t> is calculated from both Scales and both Channels.</a:t>
            </a:r>
            <a:endParaRPr lang="en-GB"/>
          </a:p>
          <a:p>
            <a:endParaRPr lang="en-GB" sz="1400" dirty="0"/>
          </a:p>
          <a:p>
            <a:r>
              <a:rPr lang="en-GB" sz="1400" dirty="0"/>
              <a:t>5) </a:t>
            </a:r>
            <a:r>
              <a:rPr lang="en-GB" sz="1400" dirty="0" err="1"/>
              <a:t>totalWeight</a:t>
            </a:r>
            <a:r>
              <a:rPr lang="en-GB" sz="1400" dirty="0"/>
              <a:t> is then checked to see if the weight exceeds 190lbs (the maximum for the load cells). If true, </a:t>
            </a:r>
            <a:r>
              <a:rPr lang="en-GB" sz="1400" dirty="0" err="1"/>
              <a:t>overload_warning</a:t>
            </a:r>
            <a:r>
              <a:rPr lang="en-GB" sz="1400" dirty="0"/>
              <a:t>() is called.</a:t>
            </a:r>
          </a:p>
          <a:p>
            <a:endParaRPr lang="en-GB" sz="1400" dirty="0"/>
          </a:p>
          <a:p>
            <a:r>
              <a:rPr lang="en-GB" sz="1400" dirty="0"/>
              <a:t>6) Otherwise, the totalWeight is displayed on the LCD.</a:t>
            </a:r>
          </a:p>
        </p:txBody>
      </p:sp>
      <p:sp>
        <p:nvSpPr>
          <p:cNvPr id="11" name="Flowchart: Predefined Process 10">
            <a:extLst>
              <a:ext uri="{FF2B5EF4-FFF2-40B4-BE49-F238E27FC236}">
                <a16:creationId xmlns:a16="http://schemas.microsoft.com/office/drawing/2014/main" id="{404BDEE7-A169-8487-BB1B-D876403A4405}"/>
              </a:ext>
            </a:extLst>
          </p:cNvPr>
          <p:cNvSpPr/>
          <p:nvPr/>
        </p:nvSpPr>
        <p:spPr>
          <a:xfrm>
            <a:off x="2546596" y="3645354"/>
            <a:ext cx="1918775" cy="333441"/>
          </a:xfrm>
          <a:prstGeom prst="flowChartPredefinedProcess">
            <a:avLst/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 err="1"/>
              <a:t>checkBattery</a:t>
            </a:r>
            <a:r>
              <a:rPr lang="en-GB" sz="1000" b="1" dirty="0"/>
              <a:t>()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3F9291-7709-7F1A-935D-32644A470F89}"/>
              </a:ext>
            </a:extLst>
          </p:cNvPr>
          <p:cNvCxnSpPr>
            <a:cxnSpLocks/>
          </p:cNvCxnSpPr>
          <p:nvPr/>
        </p:nvCxnSpPr>
        <p:spPr>
          <a:xfrm>
            <a:off x="3458094" y="1474112"/>
            <a:ext cx="1" cy="412023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A4DC42-51D0-040A-374F-9A5D5CED472F}"/>
              </a:ext>
            </a:extLst>
          </p:cNvPr>
          <p:cNvCxnSpPr/>
          <p:nvPr/>
        </p:nvCxnSpPr>
        <p:spPr>
          <a:xfrm>
            <a:off x="3462811" y="2561440"/>
            <a:ext cx="1650" cy="229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71AF0B-A6AD-583B-CD2A-5C407D14CEAE}"/>
              </a:ext>
            </a:extLst>
          </p:cNvPr>
          <p:cNvCxnSpPr>
            <a:cxnSpLocks/>
          </p:cNvCxnSpPr>
          <p:nvPr/>
        </p:nvCxnSpPr>
        <p:spPr>
          <a:xfrm>
            <a:off x="3471882" y="3468582"/>
            <a:ext cx="1650" cy="17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F6D494-E702-F614-7EEB-2EDE3AE93A3C}"/>
              </a:ext>
            </a:extLst>
          </p:cNvPr>
          <p:cNvCxnSpPr>
            <a:cxnSpLocks/>
          </p:cNvCxnSpPr>
          <p:nvPr/>
        </p:nvCxnSpPr>
        <p:spPr>
          <a:xfrm>
            <a:off x="3462811" y="3976582"/>
            <a:ext cx="1650" cy="292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FD9FF7-34A3-2C32-62A2-7BE4954C5230}"/>
              </a:ext>
            </a:extLst>
          </p:cNvPr>
          <p:cNvCxnSpPr>
            <a:cxnSpLocks/>
          </p:cNvCxnSpPr>
          <p:nvPr/>
        </p:nvCxnSpPr>
        <p:spPr>
          <a:xfrm>
            <a:off x="3499096" y="4793011"/>
            <a:ext cx="1650" cy="229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E65FBD-F463-D926-8F93-3F110FE133CD}"/>
              </a:ext>
            </a:extLst>
          </p:cNvPr>
          <p:cNvCxnSpPr>
            <a:cxnSpLocks/>
          </p:cNvCxnSpPr>
          <p:nvPr/>
        </p:nvCxnSpPr>
        <p:spPr>
          <a:xfrm>
            <a:off x="3499096" y="5700153"/>
            <a:ext cx="1650" cy="292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552CC94-8977-98D0-2DA0-D9F18DE7BD5C}"/>
              </a:ext>
            </a:extLst>
          </p:cNvPr>
          <p:cNvCxnSpPr>
            <a:cxnSpLocks/>
          </p:cNvCxnSpPr>
          <p:nvPr/>
        </p:nvCxnSpPr>
        <p:spPr>
          <a:xfrm>
            <a:off x="4298480" y="3127180"/>
            <a:ext cx="425259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8E9780D-4C7D-B389-F313-0FF467C63222}"/>
              </a:ext>
            </a:extLst>
          </p:cNvPr>
          <p:cNvCxnSpPr>
            <a:cxnSpLocks/>
          </p:cNvCxnSpPr>
          <p:nvPr/>
        </p:nvCxnSpPr>
        <p:spPr>
          <a:xfrm>
            <a:off x="6297800" y="3127010"/>
            <a:ext cx="848596" cy="90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7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A1F75205-7582-17BD-1F1A-B119FB2EC6E1}"/>
              </a:ext>
            </a:extLst>
          </p:cNvPr>
          <p:cNvSpPr/>
          <p:nvPr/>
        </p:nvSpPr>
        <p:spPr>
          <a:xfrm>
            <a:off x="1627807" y="375381"/>
            <a:ext cx="1750521" cy="549538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setup()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D740A8-10DD-5AE1-474C-DC483A00BDF1}"/>
              </a:ext>
            </a:extLst>
          </p:cNvPr>
          <p:cNvCxnSpPr>
            <a:cxnSpLocks/>
          </p:cNvCxnSpPr>
          <p:nvPr/>
        </p:nvCxnSpPr>
        <p:spPr>
          <a:xfrm>
            <a:off x="2506749" y="931812"/>
            <a:ext cx="1" cy="312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764C8023-E2EC-DEA9-1EEC-6DA3C45D894B}"/>
              </a:ext>
            </a:extLst>
          </p:cNvPr>
          <p:cNvSpPr/>
          <p:nvPr/>
        </p:nvSpPr>
        <p:spPr>
          <a:xfrm>
            <a:off x="1504785" y="1250943"/>
            <a:ext cx="1996564" cy="581890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Initialise LCD screen</a:t>
            </a:r>
            <a:endParaRPr lang="en-GB" dirty="0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DB9191A9-D036-014C-4A39-4A9F174D5DE7}"/>
              </a:ext>
            </a:extLst>
          </p:cNvPr>
          <p:cNvSpPr/>
          <p:nvPr/>
        </p:nvSpPr>
        <p:spPr>
          <a:xfrm>
            <a:off x="1504785" y="2158857"/>
            <a:ext cx="1996564" cy="581890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Initialise buttons and attach interrupts.</a:t>
            </a:r>
            <a:endParaRPr lang="en-GB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E9636B-7714-8297-6F84-A82F56B32E0B}"/>
              </a:ext>
            </a:extLst>
          </p:cNvPr>
          <p:cNvCxnSpPr>
            <a:cxnSpLocks/>
          </p:cNvCxnSpPr>
          <p:nvPr/>
        </p:nvCxnSpPr>
        <p:spPr>
          <a:xfrm>
            <a:off x="2503066" y="1846619"/>
            <a:ext cx="1" cy="312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Flowchart: Predefined Process 19">
            <a:extLst>
              <a:ext uri="{FF2B5EF4-FFF2-40B4-BE49-F238E27FC236}">
                <a16:creationId xmlns:a16="http://schemas.microsoft.com/office/drawing/2014/main" id="{29C6EFD6-324C-6BF7-1E13-44AAEB7E72B2}"/>
              </a:ext>
            </a:extLst>
          </p:cNvPr>
          <p:cNvSpPr/>
          <p:nvPr/>
        </p:nvSpPr>
        <p:spPr>
          <a:xfrm>
            <a:off x="1627805" y="3066771"/>
            <a:ext cx="1750522" cy="378797"/>
          </a:xfrm>
          <a:prstGeom prst="flowChartPredefinedProcess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start_screen() </a:t>
            </a:r>
          </a:p>
        </p:txBody>
      </p:sp>
      <p:sp>
        <p:nvSpPr>
          <p:cNvPr id="21" name="Flowchart: Predefined Process 20">
            <a:extLst>
              <a:ext uri="{FF2B5EF4-FFF2-40B4-BE49-F238E27FC236}">
                <a16:creationId xmlns:a16="http://schemas.microsoft.com/office/drawing/2014/main" id="{ED3FDB0A-AA8A-4A9C-602D-149F80B36223}"/>
              </a:ext>
            </a:extLst>
          </p:cNvPr>
          <p:cNvSpPr/>
          <p:nvPr/>
        </p:nvSpPr>
        <p:spPr>
          <a:xfrm>
            <a:off x="1627805" y="3771592"/>
            <a:ext cx="1750522" cy="378797"/>
          </a:xfrm>
          <a:prstGeom prst="flowChartPredefinedProcess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Initialise_HX711_modules()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D8B979-D977-42B7-FAB9-1E80E64AEAE5}"/>
              </a:ext>
            </a:extLst>
          </p:cNvPr>
          <p:cNvCxnSpPr>
            <a:cxnSpLocks/>
          </p:cNvCxnSpPr>
          <p:nvPr/>
        </p:nvCxnSpPr>
        <p:spPr>
          <a:xfrm>
            <a:off x="2503065" y="2747640"/>
            <a:ext cx="1" cy="312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C5CDE9-6001-E9E1-537B-C305D813F183}"/>
              </a:ext>
            </a:extLst>
          </p:cNvPr>
          <p:cNvCxnSpPr>
            <a:cxnSpLocks/>
          </p:cNvCxnSpPr>
          <p:nvPr/>
        </p:nvCxnSpPr>
        <p:spPr>
          <a:xfrm>
            <a:off x="2503065" y="3459354"/>
            <a:ext cx="1" cy="312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3012F73F-B4D5-D2B3-1A4F-4D957253B696}"/>
              </a:ext>
            </a:extLst>
          </p:cNvPr>
          <p:cNvSpPr/>
          <p:nvPr/>
        </p:nvSpPr>
        <p:spPr>
          <a:xfrm>
            <a:off x="1504785" y="4476413"/>
            <a:ext cx="1996564" cy="581890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Calibrate both scales in both channels</a:t>
            </a:r>
            <a:endParaRPr lang="en-GB" dirty="0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41D4F370-6048-0E43-C280-127E17B8C2ED}"/>
              </a:ext>
            </a:extLst>
          </p:cNvPr>
          <p:cNvSpPr/>
          <p:nvPr/>
        </p:nvSpPr>
        <p:spPr>
          <a:xfrm>
            <a:off x="1627806" y="5377145"/>
            <a:ext cx="1750521" cy="549538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loop()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A5F3C8F-0727-CD67-2B0D-3E2FFDC7120D}"/>
              </a:ext>
            </a:extLst>
          </p:cNvPr>
          <p:cNvCxnSpPr>
            <a:cxnSpLocks/>
          </p:cNvCxnSpPr>
          <p:nvPr/>
        </p:nvCxnSpPr>
        <p:spPr>
          <a:xfrm>
            <a:off x="2503064" y="5072089"/>
            <a:ext cx="1" cy="312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DF77D69-046E-C035-3912-FC11A2472322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2503065" y="4150389"/>
            <a:ext cx="1" cy="3415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C446000-A719-A62D-9CEE-49F4DC0625BE}"/>
              </a:ext>
            </a:extLst>
          </p:cNvPr>
          <p:cNvSpPr txBox="1"/>
          <p:nvPr/>
        </p:nvSpPr>
        <p:spPr>
          <a:xfrm>
            <a:off x="5126182" y="328545"/>
            <a:ext cx="61421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GB" dirty="0"/>
              <a:t>LCD screen and baud rate for serial communication are initialised.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Button connections are set, and relevant interrupts are attached to each (ISR_TareSet to Tare Button, ISR_Unit to Unit Button). Pullup resistors are enabled to ensure the buttons either give a 0 or a 1.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Two methods, start_screen() and initialise_HX711_modules() are called.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Both scales on both channels are calibrated.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The main loop() is then reached.</a:t>
            </a:r>
          </a:p>
        </p:txBody>
      </p:sp>
    </p:spTree>
    <p:extLst>
      <p:ext uri="{BB962C8B-B14F-4D97-AF65-F5344CB8AC3E}">
        <p14:creationId xmlns:p14="http://schemas.microsoft.com/office/powerpoint/2010/main" val="250120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A1F75205-7582-17BD-1F1A-B119FB2EC6E1}"/>
              </a:ext>
            </a:extLst>
          </p:cNvPr>
          <p:cNvSpPr/>
          <p:nvPr/>
        </p:nvSpPr>
        <p:spPr>
          <a:xfrm>
            <a:off x="907372" y="889843"/>
            <a:ext cx="2589130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start_screen()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D740A8-10DD-5AE1-474C-DC483A00BDF1}"/>
              </a:ext>
            </a:extLst>
          </p:cNvPr>
          <p:cNvCxnSpPr>
            <a:cxnSpLocks/>
          </p:cNvCxnSpPr>
          <p:nvPr/>
        </p:nvCxnSpPr>
        <p:spPr>
          <a:xfrm>
            <a:off x="2208221" y="1693408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Flowchart: Data 19">
            <a:extLst>
              <a:ext uri="{FF2B5EF4-FFF2-40B4-BE49-F238E27FC236}">
                <a16:creationId xmlns:a16="http://schemas.microsoft.com/office/drawing/2014/main" id="{BF7813FF-F101-30CA-BEB2-684FF33CC6FF}"/>
              </a:ext>
            </a:extLst>
          </p:cNvPr>
          <p:cNvSpPr/>
          <p:nvPr/>
        </p:nvSpPr>
        <p:spPr>
          <a:xfrm>
            <a:off x="907372" y="2164463"/>
            <a:ext cx="2589130" cy="937809"/>
          </a:xfrm>
          <a:prstGeom prst="flowChartInputOutput">
            <a:avLst/>
          </a:prstGeom>
          <a:solidFill>
            <a:schemeClr val="bg2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Display introductory message</a:t>
            </a:r>
          </a:p>
        </p:txBody>
      </p:sp>
      <p:sp>
        <p:nvSpPr>
          <p:cNvPr id="32" name="Flowchart: Terminator 31">
            <a:extLst>
              <a:ext uri="{FF2B5EF4-FFF2-40B4-BE49-F238E27FC236}">
                <a16:creationId xmlns:a16="http://schemas.microsoft.com/office/drawing/2014/main" id="{F27365AA-D6E7-E5D4-B003-C6F9C2721D3A}"/>
              </a:ext>
            </a:extLst>
          </p:cNvPr>
          <p:cNvSpPr/>
          <p:nvPr/>
        </p:nvSpPr>
        <p:spPr>
          <a:xfrm>
            <a:off x="1140486" y="4838711"/>
            <a:ext cx="2122901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Return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898CE4-C7B5-C348-05EC-944F35E43E91}"/>
              </a:ext>
            </a:extLst>
          </p:cNvPr>
          <p:cNvCxnSpPr>
            <a:cxnSpLocks/>
          </p:cNvCxnSpPr>
          <p:nvPr/>
        </p:nvCxnSpPr>
        <p:spPr>
          <a:xfrm>
            <a:off x="2201938" y="3102272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571CCC7-4B2F-2C6A-05B1-74FA205DC2DA}"/>
              </a:ext>
            </a:extLst>
          </p:cNvPr>
          <p:cNvSpPr txBox="1"/>
          <p:nvPr/>
        </p:nvSpPr>
        <p:spPr>
          <a:xfrm>
            <a:off x="5996978" y="2007443"/>
            <a:ext cx="52876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GB" dirty="0"/>
              <a:t>Once called, introductory message shown to the user – letting them know that the scale is on.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1.5 second delay to leave the message on the screen.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Returns to setup() method.</a:t>
            </a:r>
          </a:p>
        </p:txBody>
      </p:sp>
      <p:sp>
        <p:nvSpPr>
          <p:cNvPr id="37" name="Flowchart: Delay 36">
            <a:extLst>
              <a:ext uri="{FF2B5EF4-FFF2-40B4-BE49-F238E27FC236}">
                <a16:creationId xmlns:a16="http://schemas.microsoft.com/office/drawing/2014/main" id="{6CCC65F9-96E2-9A6A-87A6-CF750361E9CF}"/>
              </a:ext>
            </a:extLst>
          </p:cNvPr>
          <p:cNvSpPr/>
          <p:nvPr/>
        </p:nvSpPr>
        <p:spPr>
          <a:xfrm>
            <a:off x="1397661" y="3564091"/>
            <a:ext cx="1865726" cy="812801"/>
          </a:xfrm>
          <a:prstGeom prst="flowChartDelay">
            <a:avLst/>
          </a:prstGeom>
          <a:solidFill>
            <a:schemeClr val="bg2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1500ms delay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2143DBE-6BC3-0DA8-CB83-3CB252BCDB3F}"/>
              </a:ext>
            </a:extLst>
          </p:cNvPr>
          <p:cNvCxnSpPr>
            <a:cxnSpLocks/>
          </p:cNvCxnSpPr>
          <p:nvPr/>
        </p:nvCxnSpPr>
        <p:spPr>
          <a:xfrm>
            <a:off x="2164058" y="4376892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07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A1F75205-7582-17BD-1F1A-B119FB2EC6E1}"/>
              </a:ext>
            </a:extLst>
          </p:cNvPr>
          <p:cNvSpPr/>
          <p:nvPr/>
        </p:nvSpPr>
        <p:spPr>
          <a:xfrm>
            <a:off x="492854" y="175489"/>
            <a:ext cx="3418166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initialize_HX711_modules()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D740A8-10DD-5AE1-474C-DC483A00BDF1}"/>
              </a:ext>
            </a:extLst>
          </p:cNvPr>
          <p:cNvCxnSpPr>
            <a:cxnSpLocks/>
          </p:cNvCxnSpPr>
          <p:nvPr/>
        </p:nvCxnSpPr>
        <p:spPr>
          <a:xfrm>
            <a:off x="2208221" y="988290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F66A2C3-4AAB-A728-874C-ABE0748DCF46}"/>
              </a:ext>
            </a:extLst>
          </p:cNvPr>
          <p:cNvSpPr/>
          <p:nvPr/>
        </p:nvSpPr>
        <p:spPr>
          <a:xfrm>
            <a:off x="952075" y="1450109"/>
            <a:ext cx="2512291" cy="637309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Initialise HX711 connections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035EB80B-224E-29B9-3247-CD53B8EBDF9B}"/>
              </a:ext>
            </a:extLst>
          </p:cNvPr>
          <p:cNvSpPr/>
          <p:nvPr/>
        </p:nvSpPr>
        <p:spPr>
          <a:xfrm>
            <a:off x="979783" y="2761672"/>
            <a:ext cx="2444311" cy="1117599"/>
          </a:xfrm>
          <a:prstGeom prst="flowChartDecision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Are both modules ready?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17AFC0-F281-9C4D-20F4-46D50F441141}"/>
              </a:ext>
            </a:extLst>
          </p:cNvPr>
          <p:cNvCxnSpPr>
            <a:cxnSpLocks/>
          </p:cNvCxnSpPr>
          <p:nvPr/>
        </p:nvCxnSpPr>
        <p:spPr>
          <a:xfrm flipH="1">
            <a:off x="2201939" y="2096654"/>
            <a:ext cx="2393" cy="66501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65717D-C768-7F47-B811-CDFF73B43318}"/>
              </a:ext>
            </a:extLst>
          </p:cNvPr>
          <p:cNvCxnSpPr>
            <a:cxnSpLocks/>
          </p:cNvCxnSpPr>
          <p:nvPr/>
        </p:nvCxnSpPr>
        <p:spPr>
          <a:xfrm>
            <a:off x="2204332" y="3879271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048104-3A29-AEE4-4B9B-2718C21CF1F6}"/>
              </a:ext>
            </a:extLst>
          </p:cNvPr>
          <p:cNvCxnSpPr>
            <a:cxnSpLocks/>
          </p:cNvCxnSpPr>
          <p:nvPr/>
        </p:nvCxnSpPr>
        <p:spPr>
          <a:xfrm>
            <a:off x="3381963" y="3320470"/>
            <a:ext cx="635854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Flowchart: Data 19">
            <a:extLst>
              <a:ext uri="{FF2B5EF4-FFF2-40B4-BE49-F238E27FC236}">
                <a16:creationId xmlns:a16="http://schemas.microsoft.com/office/drawing/2014/main" id="{BF7813FF-F101-30CA-BEB2-684FF33CC6FF}"/>
              </a:ext>
            </a:extLst>
          </p:cNvPr>
          <p:cNvSpPr/>
          <p:nvPr/>
        </p:nvSpPr>
        <p:spPr>
          <a:xfrm>
            <a:off x="3833092" y="2851565"/>
            <a:ext cx="1993174" cy="937809"/>
          </a:xfrm>
          <a:prstGeom prst="flowChartInputOutput">
            <a:avLst/>
          </a:prstGeom>
          <a:solidFill>
            <a:schemeClr val="bg2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Display suitable message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20BA68F-DC3D-A43B-3D93-556A1803337B}"/>
              </a:ext>
            </a:extLst>
          </p:cNvPr>
          <p:cNvCxnSpPr>
            <a:cxnSpLocks/>
          </p:cNvCxnSpPr>
          <p:nvPr/>
        </p:nvCxnSpPr>
        <p:spPr>
          <a:xfrm flipV="1">
            <a:off x="4933669" y="2392217"/>
            <a:ext cx="0" cy="45934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118B54-5BF0-DF22-03E3-FFC5BF5EE85F}"/>
              </a:ext>
            </a:extLst>
          </p:cNvPr>
          <p:cNvCxnSpPr>
            <a:cxnSpLocks/>
          </p:cNvCxnSpPr>
          <p:nvPr/>
        </p:nvCxnSpPr>
        <p:spPr>
          <a:xfrm flipH="1">
            <a:off x="2208221" y="2410689"/>
            <a:ext cx="2725448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Flowchart: Data 30">
            <a:extLst>
              <a:ext uri="{FF2B5EF4-FFF2-40B4-BE49-F238E27FC236}">
                <a16:creationId xmlns:a16="http://schemas.microsoft.com/office/drawing/2014/main" id="{84B61849-43BB-90F0-1989-6E13D629CF64}"/>
              </a:ext>
            </a:extLst>
          </p:cNvPr>
          <p:cNvSpPr/>
          <p:nvPr/>
        </p:nvSpPr>
        <p:spPr>
          <a:xfrm>
            <a:off x="1205351" y="4341090"/>
            <a:ext cx="1993174" cy="937809"/>
          </a:xfrm>
          <a:prstGeom prst="flowChartInputOutput">
            <a:avLst/>
          </a:prstGeom>
          <a:solidFill>
            <a:schemeClr val="bg2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Display suitable message</a:t>
            </a:r>
          </a:p>
        </p:txBody>
      </p:sp>
      <p:sp>
        <p:nvSpPr>
          <p:cNvPr id="32" name="Flowchart: Terminator 31">
            <a:extLst>
              <a:ext uri="{FF2B5EF4-FFF2-40B4-BE49-F238E27FC236}">
                <a16:creationId xmlns:a16="http://schemas.microsoft.com/office/drawing/2014/main" id="{F27365AA-D6E7-E5D4-B003-C6F9C2721D3A}"/>
              </a:ext>
            </a:extLst>
          </p:cNvPr>
          <p:cNvSpPr/>
          <p:nvPr/>
        </p:nvSpPr>
        <p:spPr>
          <a:xfrm>
            <a:off x="1140487" y="5740718"/>
            <a:ext cx="2122901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Return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898CE4-C7B5-C348-05EC-944F35E43E91}"/>
              </a:ext>
            </a:extLst>
          </p:cNvPr>
          <p:cNvCxnSpPr>
            <a:cxnSpLocks/>
          </p:cNvCxnSpPr>
          <p:nvPr/>
        </p:nvCxnSpPr>
        <p:spPr>
          <a:xfrm>
            <a:off x="2201938" y="5278899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571CCC7-4B2F-2C6A-05B1-74FA205DC2DA}"/>
              </a:ext>
            </a:extLst>
          </p:cNvPr>
          <p:cNvSpPr txBox="1"/>
          <p:nvPr/>
        </p:nvSpPr>
        <p:spPr>
          <a:xfrm>
            <a:off x="6443244" y="889843"/>
            <a:ext cx="52876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GB" dirty="0"/>
              <a:t>Once called, connections are initialised for each HX711. 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A while loop is used to check if both HX711 modules are ready. This is done by using the “is_ready()” method that is built into the HX711 library. It returns a Boolean value (True/False) that is used to control the iteration. 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If either of the modules are not ready, a suitable message such as “Please connect HX711” will be displayed on the LCD screen.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Otherwise, the user is notified that the HX711 modules are connected via a suitable message on the LCD screen – “HX711 ready!”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Returns to the setup() method.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6F7FA8-E280-A84C-D136-4AA4A7FEFDAC}"/>
              </a:ext>
            </a:extLst>
          </p:cNvPr>
          <p:cNvSpPr txBox="1"/>
          <p:nvPr/>
        </p:nvSpPr>
        <p:spPr>
          <a:xfrm>
            <a:off x="2341919" y="3771626"/>
            <a:ext cx="617201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/>
              <a:t>Yes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33C4AE-9043-26E2-8DB4-99376FBCA0F7}"/>
              </a:ext>
            </a:extLst>
          </p:cNvPr>
          <p:cNvSpPr txBox="1"/>
          <p:nvPr/>
        </p:nvSpPr>
        <p:spPr>
          <a:xfrm>
            <a:off x="3198526" y="2918495"/>
            <a:ext cx="634566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800380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A1F75205-7582-17BD-1F1A-B119FB2EC6E1}"/>
              </a:ext>
            </a:extLst>
          </p:cNvPr>
          <p:cNvSpPr/>
          <p:nvPr/>
        </p:nvSpPr>
        <p:spPr>
          <a:xfrm>
            <a:off x="609394" y="1256143"/>
            <a:ext cx="3185086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channel_change(int gain)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D740A8-10DD-5AE1-474C-DC483A00BDF1}"/>
              </a:ext>
            </a:extLst>
          </p:cNvPr>
          <p:cNvCxnSpPr>
            <a:cxnSpLocks/>
          </p:cNvCxnSpPr>
          <p:nvPr/>
        </p:nvCxnSpPr>
        <p:spPr>
          <a:xfrm>
            <a:off x="2208221" y="2059708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F66A2C3-4AAB-A728-874C-ABE0748DCF46}"/>
              </a:ext>
            </a:extLst>
          </p:cNvPr>
          <p:cNvSpPr/>
          <p:nvPr/>
        </p:nvSpPr>
        <p:spPr>
          <a:xfrm>
            <a:off x="952075" y="2521527"/>
            <a:ext cx="2512291" cy="637309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Set gain for Scale 1</a:t>
            </a:r>
          </a:p>
        </p:txBody>
      </p:sp>
      <p:sp>
        <p:nvSpPr>
          <p:cNvPr id="32" name="Flowchart: Terminator 31">
            <a:extLst>
              <a:ext uri="{FF2B5EF4-FFF2-40B4-BE49-F238E27FC236}">
                <a16:creationId xmlns:a16="http://schemas.microsoft.com/office/drawing/2014/main" id="{F27365AA-D6E7-E5D4-B003-C6F9C2721D3A}"/>
              </a:ext>
            </a:extLst>
          </p:cNvPr>
          <p:cNvSpPr/>
          <p:nvPr/>
        </p:nvSpPr>
        <p:spPr>
          <a:xfrm>
            <a:off x="1140487" y="4719783"/>
            <a:ext cx="2122901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Return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898CE4-C7B5-C348-05EC-944F35E43E91}"/>
              </a:ext>
            </a:extLst>
          </p:cNvPr>
          <p:cNvCxnSpPr>
            <a:cxnSpLocks/>
          </p:cNvCxnSpPr>
          <p:nvPr/>
        </p:nvCxnSpPr>
        <p:spPr>
          <a:xfrm>
            <a:off x="2201938" y="4257964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571CCC7-4B2F-2C6A-05B1-74FA205DC2DA}"/>
              </a:ext>
            </a:extLst>
          </p:cNvPr>
          <p:cNvSpPr txBox="1"/>
          <p:nvPr/>
        </p:nvSpPr>
        <p:spPr>
          <a:xfrm>
            <a:off x="6284789" y="1274618"/>
            <a:ext cx="52876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GB" dirty="0"/>
              <a:t>One integer argument is expected by the method (gain).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Gain is set for the HX711 modules using the “set_gain” method which is built into the HX711 library.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The gain relates to which channel is being read from. A gain of 64 is Channel A, a gain of 32 is Channel B. These must be switched between to read from both load cells attached to a module – hence why this method is mandatory.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Returns to main code.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F3C0F8D-4FED-8AE8-21CE-3C2735239640}"/>
              </a:ext>
            </a:extLst>
          </p:cNvPr>
          <p:cNvCxnSpPr>
            <a:cxnSpLocks/>
          </p:cNvCxnSpPr>
          <p:nvPr/>
        </p:nvCxnSpPr>
        <p:spPr>
          <a:xfrm>
            <a:off x="2201938" y="3158836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C79258B-8E4A-6F85-4326-464361527185}"/>
              </a:ext>
            </a:extLst>
          </p:cNvPr>
          <p:cNvSpPr/>
          <p:nvPr/>
        </p:nvSpPr>
        <p:spPr>
          <a:xfrm>
            <a:off x="952075" y="3620655"/>
            <a:ext cx="2512291" cy="637309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Set gain for Scale 2</a:t>
            </a:r>
          </a:p>
        </p:txBody>
      </p:sp>
    </p:spTree>
    <p:extLst>
      <p:ext uri="{BB962C8B-B14F-4D97-AF65-F5344CB8AC3E}">
        <p14:creationId xmlns:p14="http://schemas.microsoft.com/office/powerpoint/2010/main" val="966797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A1F75205-7582-17BD-1F1A-B119FB2EC6E1}"/>
              </a:ext>
            </a:extLst>
          </p:cNvPr>
          <p:cNvSpPr/>
          <p:nvPr/>
        </p:nvSpPr>
        <p:spPr>
          <a:xfrm>
            <a:off x="614100" y="597476"/>
            <a:ext cx="3185086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measure_scaleX()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D740A8-10DD-5AE1-474C-DC483A00BDF1}"/>
              </a:ext>
            </a:extLst>
          </p:cNvPr>
          <p:cNvCxnSpPr>
            <a:cxnSpLocks/>
          </p:cNvCxnSpPr>
          <p:nvPr/>
        </p:nvCxnSpPr>
        <p:spPr>
          <a:xfrm>
            <a:off x="2212927" y="1401041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F66A2C3-4AAB-A728-874C-ABE0748DCF46}"/>
              </a:ext>
            </a:extLst>
          </p:cNvPr>
          <p:cNvSpPr/>
          <p:nvPr/>
        </p:nvSpPr>
        <p:spPr>
          <a:xfrm>
            <a:off x="780735" y="1853623"/>
            <a:ext cx="2842404" cy="907473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Get measurement from scale X and store it in a float variable</a:t>
            </a:r>
          </a:p>
        </p:txBody>
      </p:sp>
      <p:sp>
        <p:nvSpPr>
          <p:cNvPr id="32" name="Flowchart: Terminator 31">
            <a:extLst>
              <a:ext uri="{FF2B5EF4-FFF2-40B4-BE49-F238E27FC236}">
                <a16:creationId xmlns:a16="http://schemas.microsoft.com/office/drawing/2014/main" id="{F27365AA-D6E7-E5D4-B003-C6F9C2721D3A}"/>
              </a:ext>
            </a:extLst>
          </p:cNvPr>
          <p:cNvSpPr/>
          <p:nvPr/>
        </p:nvSpPr>
        <p:spPr>
          <a:xfrm>
            <a:off x="1140487" y="5034396"/>
            <a:ext cx="2122901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Return variable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898CE4-C7B5-C348-05EC-944F35E43E91}"/>
              </a:ext>
            </a:extLst>
          </p:cNvPr>
          <p:cNvCxnSpPr>
            <a:cxnSpLocks/>
          </p:cNvCxnSpPr>
          <p:nvPr/>
        </p:nvCxnSpPr>
        <p:spPr>
          <a:xfrm>
            <a:off x="2225849" y="4227368"/>
            <a:ext cx="0" cy="80702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571CCC7-4B2F-2C6A-05B1-74FA205DC2DA}"/>
              </a:ext>
            </a:extLst>
          </p:cNvPr>
          <p:cNvSpPr txBox="1"/>
          <p:nvPr/>
        </p:nvSpPr>
        <p:spPr>
          <a:xfrm>
            <a:off x="6552791" y="1357113"/>
            <a:ext cx="52876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GB" dirty="0"/>
              <a:t>There are two versions of the function – one for each of the two HX711 modules.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The loadcell is measured, and the result is stored in a floating-point variable. 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If the variable is less than 0, it is simply set to 0 to prevent false readings.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If the variable is greater than 0, the variable is returned to the program for more calculations.</a:t>
            </a:r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6BD78A4C-62EB-05E6-3DB3-59FF16060455}"/>
              </a:ext>
            </a:extLst>
          </p:cNvPr>
          <p:cNvSpPr/>
          <p:nvPr/>
        </p:nvSpPr>
        <p:spPr>
          <a:xfrm>
            <a:off x="847409" y="3222915"/>
            <a:ext cx="2748022" cy="1004453"/>
          </a:xfrm>
          <a:prstGeom prst="flowChartDecision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Is variable &gt; 0?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B8BE79A-719F-2A8E-8F94-7D08EF7826AD}"/>
              </a:ext>
            </a:extLst>
          </p:cNvPr>
          <p:cNvCxnSpPr>
            <a:cxnSpLocks/>
          </p:cNvCxnSpPr>
          <p:nvPr/>
        </p:nvCxnSpPr>
        <p:spPr>
          <a:xfrm>
            <a:off x="2212927" y="2761096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E1BD5D-CC4A-1F74-931E-31E7C9F1958D}"/>
              </a:ext>
            </a:extLst>
          </p:cNvPr>
          <p:cNvCxnSpPr>
            <a:cxnSpLocks/>
          </p:cNvCxnSpPr>
          <p:nvPr/>
        </p:nvCxnSpPr>
        <p:spPr>
          <a:xfrm>
            <a:off x="3595431" y="3725141"/>
            <a:ext cx="450096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A930E7B-303F-F3E7-BFCB-0FD93120E0E9}"/>
              </a:ext>
            </a:extLst>
          </p:cNvPr>
          <p:cNvSpPr/>
          <p:nvPr/>
        </p:nvSpPr>
        <p:spPr>
          <a:xfrm>
            <a:off x="4054207" y="3429000"/>
            <a:ext cx="1799515" cy="59228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Variable = 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10664D-D89A-1FED-7CD3-C77448181820}"/>
              </a:ext>
            </a:extLst>
          </p:cNvPr>
          <p:cNvCxnSpPr>
            <a:cxnSpLocks/>
          </p:cNvCxnSpPr>
          <p:nvPr/>
        </p:nvCxnSpPr>
        <p:spPr>
          <a:xfrm>
            <a:off x="4953964" y="4021282"/>
            <a:ext cx="0" cy="6096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749154-CE09-8AC3-BDBD-904FC29FE220}"/>
              </a:ext>
            </a:extLst>
          </p:cNvPr>
          <p:cNvCxnSpPr>
            <a:cxnSpLocks/>
          </p:cNvCxnSpPr>
          <p:nvPr/>
        </p:nvCxnSpPr>
        <p:spPr>
          <a:xfrm flipH="1">
            <a:off x="2201937" y="4630882"/>
            <a:ext cx="275202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00A8B89-D349-F28A-D8DD-6BADBE87E06B}"/>
              </a:ext>
            </a:extLst>
          </p:cNvPr>
          <p:cNvSpPr txBox="1"/>
          <p:nvPr/>
        </p:nvSpPr>
        <p:spPr>
          <a:xfrm>
            <a:off x="2369075" y="4146103"/>
            <a:ext cx="617201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600" b="1" dirty="0"/>
              <a:t>Yes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BC4211-C2DB-D202-8324-0888A8E8017A}"/>
              </a:ext>
            </a:extLst>
          </p:cNvPr>
          <p:cNvSpPr txBox="1"/>
          <p:nvPr/>
        </p:nvSpPr>
        <p:spPr>
          <a:xfrm>
            <a:off x="3225682" y="3292972"/>
            <a:ext cx="634566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600" b="1" dirty="0"/>
              <a:t>No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6808F8-FC93-AEA5-EF2E-63A6921CD33B}"/>
              </a:ext>
            </a:extLst>
          </p:cNvPr>
          <p:cNvSpPr txBox="1"/>
          <p:nvPr/>
        </p:nvSpPr>
        <p:spPr>
          <a:xfrm>
            <a:off x="3820479" y="579194"/>
            <a:ext cx="1037848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*X = 1, 2</a:t>
            </a:r>
          </a:p>
        </p:txBody>
      </p:sp>
    </p:spTree>
    <p:extLst>
      <p:ext uri="{BB962C8B-B14F-4D97-AF65-F5344CB8AC3E}">
        <p14:creationId xmlns:p14="http://schemas.microsoft.com/office/powerpoint/2010/main" val="2353640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A1F75205-7582-17BD-1F1A-B119FB2EC6E1}"/>
              </a:ext>
            </a:extLst>
          </p:cNvPr>
          <p:cNvSpPr/>
          <p:nvPr/>
        </p:nvSpPr>
        <p:spPr>
          <a:xfrm>
            <a:off x="907372" y="889843"/>
            <a:ext cx="2589130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overload_warning()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D740A8-10DD-5AE1-474C-DC483A00BDF1}"/>
              </a:ext>
            </a:extLst>
          </p:cNvPr>
          <p:cNvCxnSpPr>
            <a:cxnSpLocks/>
          </p:cNvCxnSpPr>
          <p:nvPr/>
        </p:nvCxnSpPr>
        <p:spPr>
          <a:xfrm>
            <a:off x="2208221" y="1693408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Flowchart: Data 19">
            <a:extLst>
              <a:ext uri="{FF2B5EF4-FFF2-40B4-BE49-F238E27FC236}">
                <a16:creationId xmlns:a16="http://schemas.microsoft.com/office/drawing/2014/main" id="{BF7813FF-F101-30CA-BEB2-684FF33CC6FF}"/>
              </a:ext>
            </a:extLst>
          </p:cNvPr>
          <p:cNvSpPr/>
          <p:nvPr/>
        </p:nvSpPr>
        <p:spPr>
          <a:xfrm>
            <a:off x="907372" y="2164463"/>
            <a:ext cx="2589130" cy="937809"/>
          </a:xfrm>
          <a:prstGeom prst="flowChartInputOutput">
            <a:avLst/>
          </a:prstGeom>
          <a:solidFill>
            <a:schemeClr val="bg2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Display warning message</a:t>
            </a:r>
          </a:p>
        </p:txBody>
      </p:sp>
      <p:sp>
        <p:nvSpPr>
          <p:cNvPr id="32" name="Flowchart: Terminator 31">
            <a:extLst>
              <a:ext uri="{FF2B5EF4-FFF2-40B4-BE49-F238E27FC236}">
                <a16:creationId xmlns:a16="http://schemas.microsoft.com/office/drawing/2014/main" id="{F27365AA-D6E7-E5D4-B003-C6F9C2721D3A}"/>
              </a:ext>
            </a:extLst>
          </p:cNvPr>
          <p:cNvSpPr/>
          <p:nvPr/>
        </p:nvSpPr>
        <p:spPr>
          <a:xfrm>
            <a:off x="1140486" y="4838711"/>
            <a:ext cx="2122901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Return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898CE4-C7B5-C348-05EC-944F35E43E91}"/>
              </a:ext>
            </a:extLst>
          </p:cNvPr>
          <p:cNvCxnSpPr>
            <a:cxnSpLocks/>
          </p:cNvCxnSpPr>
          <p:nvPr/>
        </p:nvCxnSpPr>
        <p:spPr>
          <a:xfrm>
            <a:off x="2201938" y="3102272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571CCC7-4B2F-2C6A-05B1-74FA205DC2DA}"/>
              </a:ext>
            </a:extLst>
          </p:cNvPr>
          <p:cNvSpPr txBox="1"/>
          <p:nvPr/>
        </p:nvSpPr>
        <p:spPr>
          <a:xfrm>
            <a:off x="5996978" y="2216165"/>
            <a:ext cx="52876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GB" dirty="0"/>
              <a:t>This method is called if the total reading from both loadcells in both channels (in pounds) exceeds 190lbs.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A warning message is then displayed until the load on the scale drops below 190lbs. </a:t>
            </a:r>
          </a:p>
        </p:txBody>
      </p:sp>
      <p:sp>
        <p:nvSpPr>
          <p:cNvPr id="37" name="Flowchart: Delay 36">
            <a:extLst>
              <a:ext uri="{FF2B5EF4-FFF2-40B4-BE49-F238E27FC236}">
                <a16:creationId xmlns:a16="http://schemas.microsoft.com/office/drawing/2014/main" id="{6CCC65F9-96E2-9A6A-87A6-CF750361E9CF}"/>
              </a:ext>
            </a:extLst>
          </p:cNvPr>
          <p:cNvSpPr/>
          <p:nvPr/>
        </p:nvSpPr>
        <p:spPr>
          <a:xfrm>
            <a:off x="1397661" y="3564091"/>
            <a:ext cx="1865726" cy="812801"/>
          </a:xfrm>
          <a:prstGeom prst="flowChartDelay">
            <a:avLst/>
          </a:prstGeom>
          <a:solidFill>
            <a:schemeClr val="bg2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1000ms delay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2143DBE-6BC3-0DA8-CB83-3CB252BCDB3F}"/>
              </a:ext>
            </a:extLst>
          </p:cNvPr>
          <p:cNvCxnSpPr>
            <a:cxnSpLocks/>
          </p:cNvCxnSpPr>
          <p:nvPr/>
        </p:nvCxnSpPr>
        <p:spPr>
          <a:xfrm>
            <a:off x="2164058" y="4376892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068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A1F75205-7582-17BD-1F1A-B119FB2EC6E1}"/>
              </a:ext>
            </a:extLst>
          </p:cNvPr>
          <p:cNvSpPr/>
          <p:nvPr/>
        </p:nvSpPr>
        <p:spPr>
          <a:xfrm>
            <a:off x="581685" y="184725"/>
            <a:ext cx="3297587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tareFunc()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D740A8-10DD-5AE1-474C-DC483A00BDF1}"/>
              </a:ext>
            </a:extLst>
          </p:cNvPr>
          <p:cNvCxnSpPr>
            <a:cxnSpLocks/>
          </p:cNvCxnSpPr>
          <p:nvPr/>
        </p:nvCxnSpPr>
        <p:spPr>
          <a:xfrm>
            <a:off x="2208221" y="988290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Flowchart: Terminator 31">
            <a:extLst>
              <a:ext uri="{FF2B5EF4-FFF2-40B4-BE49-F238E27FC236}">
                <a16:creationId xmlns:a16="http://schemas.microsoft.com/office/drawing/2014/main" id="{F27365AA-D6E7-E5D4-B003-C6F9C2721D3A}"/>
              </a:ext>
            </a:extLst>
          </p:cNvPr>
          <p:cNvSpPr/>
          <p:nvPr/>
        </p:nvSpPr>
        <p:spPr>
          <a:xfrm>
            <a:off x="1140487" y="5091948"/>
            <a:ext cx="2122901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Return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898CE4-C7B5-C348-05EC-944F35E43E91}"/>
              </a:ext>
            </a:extLst>
          </p:cNvPr>
          <p:cNvCxnSpPr>
            <a:cxnSpLocks/>
          </p:cNvCxnSpPr>
          <p:nvPr/>
        </p:nvCxnSpPr>
        <p:spPr>
          <a:xfrm>
            <a:off x="2201938" y="4630129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571CCC7-4B2F-2C6A-05B1-74FA205DC2DA}"/>
              </a:ext>
            </a:extLst>
          </p:cNvPr>
          <p:cNvSpPr txBox="1"/>
          <p:nvPr/>
        </p:nvSpPr>
        <p:spPr>
          <a:xfrm>
            <a:off x="6443244" y="889843"/>
            <a:ext cx="52876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GB" dirty="0"/>
              <a:t>HX711 modules are tarred on both channels.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initialWeight is reset.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A suitable message is outputted to the user.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Returns to the main program.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FD22E0-A9DC-8995-CB06-8C9CC5884E03}"/>
              </a:ext>
            </a:extLst>
          </p:cNvPr>
          <p:cNvSpPr/>
          <p:nvPr/>
        </p:nvSpPr>
        <p:spPr>
          <a:xfrm>
            <a:off x="974332" y="1473200"/>
            <a:ext cx="2512291" cy="637309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Tare both HX711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C08B0F-8599-C8AE-3E91-724949AEF879}"/>
              </a:ext>
            </a:extLst>
          </p:cNvPr>
          <p:cNvSpPr/>
          <p:nvPr/>
        </p:nvSpPr>
        <p:spPr>
          <a:xfrm>
            <a:off x="945791" y="2581724"/>
            <a:ext cx="2512291" cy="637309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Set initialWeight to 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0C1E64-DA58-6DE6-6854-7B21CBC2EBE6}"/>
              </a:ext>
            </a:extLst>
          </p:cNvPr>
          <p:cNvCxnSpPr>
            <a:cxnSpLocks/>
          </p:cNvCxnSpPr>
          <p:nvPr/>
        </p:nvCxnSpPr>
        <p:spPr>
          <a:xfrm>
            <a:off x="2208116" y="2110509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343FACEB-B786-7447-5744-29E6E777F393}"/>
              </a:ext>
            </a:extLst>
          </p:cNvPr>
          <p:cNvSpPr/>
          <p:nvPr/>
        </p:nvSpPr>
        <p:spPr>
          <a:xfrm>
            <a:off x="907372" y="3683242"/>
            <a:ext cx="2589130" cy="937809"/>
          </a:xfrm>
          <a:prstGeom prst="flowChartInputOutput">
            <a:avLst/>
          </a:prstGeom>
          <a:solidFill>
            <a:schemeClr val="bg2">
              <a:lumMod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Display suitable message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ECA4FF-6AF9-9182-BC27-34E70D4FB07B}"/>
              </a:ext>
            </a:extLst>
          </p:cNvPr>
          <p:cNvCxnSpPr>
            <a:cxnSpLocks/>
          </p:cNvCxnSpPr>
          <p:nvPr/>
        </p:nvCxnSpPr>
        <p:spPr>
          <a:xfrm>
            <a:off x="2201936" y="3219033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540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D4451-89E0-B42C-4505-EDCBB6D4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3DCBFB6B-558D-20CC-789B-DE1A055051AE}"/>
              </a:ext>
            </a:extLst>
          </p:cNvPr>
          <p:cNvSpPr txBox="1"/>
          <p:nvPr/>
        </p:nvSpPr>
        <p:spPr>
          <a:xfrm>
            <a:off x="6443244" y="889843"/>
            <a:ext cx="528765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arenR"/>
            </a:pPr>
            <a:r>
              <a:rPr lang="en-GB" dirty="0"/>
              <a:t>When called, this method reads the voltage on one of the analog pins – scaled down with a voltage divider.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If the level is lower than the threshold, a suitable message is displayed.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Otherwise, return to main program.</a:t>
            </a:r>
          </a:p>
        </p:txBody>
      </p:sp>
      <p:pic>
        <p:nvPicPr>
          <p:cNvPr id="9" name="Picture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3C011BF5-A0A6-CC87-7C41-D54E6B816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56" y="1137920"/>
            <a:ext cx="4919928" cy="41249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D96AE8-0C36-142E-317B-E85EA9C09F28}"/>
              </a:ext>
            </a:extLst>
          </p:cNvPr>
          <p:cNvSpPr txBox="1"/>
          <p:nvPr/>
        </p:nvSpPr>
        <p:spPr>
          <a:xfrm>
            <a:off x="2734835" y="3201223"/>
            <a:ext cx="617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Yes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09637F-9DC7-592B-4CA7-8B4C2F316214}"/>
              </a:ext>
            </a:extLst>
          </p:cNvPr>
          <p:cNvSpPr txBox="1"/>
          <p:nvPr/>
        </p:nvSpPr>
        <p:spPr>
          <a:xfrm>
            <a:off x="2402722" y="3953372"/>
            <a:ext cx="63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765261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A1F75205-7582-17BD-1F1A-B119FB2EC6E1}"/>
              </a:ext>
            </a:extLst>
          </p:cNvPr>
          <p:cNvSpPr/>
          <p:nvPr/>
        </p:nvSpPr>
        <p:spPr>
          <a:xfrm>
            <a:off x="997321" y="1634836"/>
            <a:ext cx="3297587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/>
              <a:t>ISR_TareSet</a:t>
            </a:r>
            <a:r>
              <a:rPr lang="en-GB" b="1" dirty="0"/>
              <a:t>()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D740A8-10DD-5AE1-474C-DC483A00BDF1}"/>
              </a:ext>
            </a:extLst>
          </p:cNvPr>
          <p:cNvCxnSpPr>
            <a:cxnSpLocks/>
          </p:cNvCxnSpPr>
          <p:nvPr/>
        </p:nvCxnSpPr>
        <p:spPr>
          <a:xfrm>
            <a:off x="2623857" y="2438401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571CCC7-4B2F-2C6A-05B1-74FA205DC2DA}"/>
              </a:ext>
            </a:extLst>
          </p:cNvPr>
          <p:cNvSpPr txBox="1"/>
          <p:nvPr/>
        </p:nvSpPr>
        <p:spPr>
          <a:xfrm>
            <a:off x="5671129" y="1856570"/>
            <a:ext cx="60597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GB" dirty="0"/>
              <a:t>The interrupt turns the volatile Boolean variable tareFlag to true. 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This value is returned to the main program, where a selection statement is used to trigger TareFunc(). tareFlag resets to false in the selection statement to prevent it triggering again. 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The code stored in TareFunc() could be stored in this ISR, however ISRs should be kept short. This is because interrupts can block other interrupts – meaning other button presses could be missed.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37F2C7-30AE-9F1A-DC63-8356B55545A9}"/>
              </a:ext>
            </a:extLst>
          </p:cNvPr>
          <p:cNvSpPr/>
          <p:nvPr/>
        </p:nvSpPr>
        <p:spPr>
          <a:xfrm>
            <a:off x="1367711" y="2900220"/>
            <a:ext cx="2512291" cy="637309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tareFlag = True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2DA91F-734E-14A2-8FB8-2B5517336BDB}"/>
              </a:ext>
            </a:extLst>
          </p:cNvPr>
          <p:cNvCxnSpPr>
            <a:cxnSpLocks/>
          </p:cNvCxnSpPr>
          <p:nvPr/>
        </p:nvCxnSpPr>
        <p:spPr>
          <a:xfrm>
            <a:off x="2623857" y="3537529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0C081CCE-AA1D-D550-E988-7380D8F2C024}"/>
              </a:ext>
            </a:extLst>
          </p:cNvPr>
          <p:cNvSpPr/>
          <p:nvPr/>
        </p:nvSpPr>
        <p:spPr>
          <a:xfrm>
            <a:off x="1556123" y="4003967"/>
            <a:ext cx="2122901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149406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A1F75205-7582-17BD-1F1A-B119FB2EC6E1}"/>
              </a:ext>
            </a:extLst>
          </p:cNvPr>
          <p:cNvSpPr/>
          <p:nvPr/>
        </p:nvSpPr>
        <p:spPr>
          <a:xfrm>
            <a:off x="997321" y="1646702"/>
            <a:ext cx="3297587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/>
              <a:t>ISR_Unit</a:t>
            </a:r>
            <a:r>
              <a:rPr lang="en-GB" b="1" dirty="0"/>
              <a:t>()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D740A8-10DD-5AE1-474C-DC483A00BDF1}"/>
              </a:ext>
            </a:extLst>
          </p:cNvPr>
          <p:cNvCxnSpPr>
            <a:cxnSpLocks/>
          </p:cNvCxnSpPr>
          <p:nvPr/>
        </p:nvCxnSpPr>
        <p:spPr>
          <a:xfrm>
            <a:off x="2623857" y="2450267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571CCC7-4B2F-2C6A-05B1-74FA205DC2DA}"/>
              </a:ext>
            </a:extLst>
          </p:cNvPr>
          <p:cNvSpPr txBox="1"/>
          <p:nvPr/>
        </p:nvSpPr>
        <p:spPr>
          <a:xfrm>
            <a:off x="6203098" y="1859339"/>
            <a:ext cx="52876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GB" dirty="0"/>
              <a:t>When called, </a:t>
            </a:r>
            <a:r>
              <a:rPr lang="en-GB" dirty="0" err="1"/>
              <a:t>unitMode</a:t>
            </a:r>
            <a:r>
              <a:rPr lang="en-GB" dirty="0"/>
              <a:t> is incremented. </a:t>
            </a:r>
            <a:r>
              <a:rPr lang="en-GB" dirty="0" err="1"/>
              <a:t>unitMode</a:t>
            </a:r>
            <a:r>
              <a:rPr lang="en-GB" dirty="0"/>
              <a:t> is declared volatile so its value is always checked as its value can change at any time.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The variable counts from 0-3 (inclusive) and each value relates to a measurement (0 = kg, 1 = g, 2 = lbs, 3 = </a:t>
            </a:r>
            <a:r>
              <a:rPr lang="en-GB" dirty="0" err="1"/>
              <a:t>st</a:t>
            </a:r>
            <a:r>
              <a:rPr lang="en-GB" dirty="0"/>
              <a:t>).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r>
              <a:rPr lang="en-GB" dirty="0"/>
              <a:t>The selection statement used in main converts the integer into a comprehensible string.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28AC53-1C08-9179-E803-1C86B25BBAE1}"/>
              </a:ext>
            </a:extLst>
          </p:cNvPr>
          <p:cNvSpPr/>
          <p:nvPr/>
        </p:nvSpPr>
        <p:spPr>
          <a:xfrm>
            <a:off x="1367711" y="2912086"/>
            <a:ext cx="2512291" cy="637309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effectLst/>
              </a:rPr>
              <a:t>Increment </a:t>
            </a:r>
            <a:r>
              <a:rPr lang="en-GB" b="1" dirty="0" err="1">
                <a:solidFill>
                  <a:schemeClr val="bg1"/>
                </a:solidFill>
                <a:effectLst/>
              </a:rPr>
              <a:t>unitMode</a:t>
            </a:r>
            <a:endParaRPr lang="en-GB" b="1" dirty="0">
              <a:solidFill>
                <a:schemeClr val="bg1"/>
              </a:solidFill>
              <a:effectLst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25B7378-6196-6018-397D-81F8C9EFFF48}"/>
              </a:ext>
            </a:extLst>
          </p:cNvPr>
          <p:cNvCxnSpPr>
            <a:cxnSpLocks/>
          </p:cNvCxnSpPr>
          <p:nvPr/>
        </p:nvCxnSpPr>
        <p:spPr>
          <a:xfrm>
            <a:off x="2623857" y="3549395"/>
            <a:ext cx="0" cy="4618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DB785E87-08F8-22AD-D66E-EF5E29412F2D}"/>
              </a:ext>
            </a:extLst>
          </p:cNvPr>
          <p:cNvSpPr/>
          <p:nvPr/>
        </p:nvSpPr>
        <p:spPr>
          <a:xfrm>
            <a:off x="1556123" y="4015833"/>
            <a:ext cx="2122901" cy="812801"/>
          </a:xfrm>
          <a:prstGeom prst="flowChartTerminator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33056667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54fef31-2cd4-4d27-9ab2-6a8f5f302ec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1b7f46-24c2-402e-be29-b517ac9e194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03E0C156CE1F4E92CB6AEBBD05F86A" ma:contentTypeVersion="11" ma:contentTypeDescription="Create a new document." ma:contentTypeScope="" ma:versionID="71964909216b1b6a0eb6978b87052611">
  <xsd:schema xmlns:xsd="http://www.w3.org/2001/XMLSchema" xmlns:xs="http://www.w3.org/2001/XMLSchema" xmlns:p="http://schemas.microsoft.com/office/2006/metadata/properties" xmlns:ns2="aa1b7f46-24c2-402e-be29-b517ac9e194d" targetNamespace="http://schemas.microsoft.com/office/2006/metadata/properties" ma:root="true" ma:fieldsID="3cb351f5433725285dbddc17c5290ca8" ns2:_="">
    <xsd:import namespace="aa1b7f46-24c2-402e-be29-b517ac9e19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1b7f46-24c2-402e-be29-b517ac9e19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0fb5408-abbc-4e9f-a2be-e9a514bfc8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3F78C7-E197-4F08-A4A7-EB8DF4BE1A4A}">
  <ds:schemaRefs>
    <ds:schemaRef ds:uri="http://schemas.microsoft.com/office/2006/metadata/properties"/>
    <ds:schemaRef ds:uri="http://schemas.microsoft.com/office/infopath/2007/PartnerControls"/>
    <ds:schemaRef ds:uri="aa1b7f46-24c2-402e-be29-b517ac9e194d"/>
  </ds:schemaRefs>
</ds:datastoreItem>
</file>

<file path=customXml/itemProps2.xml><?xml version="1.0" encoding="utf-8"?>
<ds:datastoreItem xmlns:ds="http://schemas.openxmlformats.org/officeDocument/2006/customXml" ds:itemID="{0B1C3656-0F7E-4100-B92F-33CAC72AE7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7848FC-AF91-45B1-BD65-9933218F910D}"/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923</Words>
  <Application>Microsoft Office PowerPoint</Application>
  <PresentationFormat>Widescreen</PresentationFormat>
  <Paragraphs>127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Pritchard (Student)</dc:creator>
  <cp:lastModifiedBy>John Pritchard (Student)</cp:lastModifiedBy>
  <cp:revision>171</cp:revision>
  <dcterms:created xsi:type="dcterms:W3CDTF">2025-03-22T18:35:18Z</dcterms:created>
  <dcterms:modified xsi:type="dcterms:W3CDTF">2025-03-26T21:13:51Z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0x010100A203E0C156CE1F4E92CB6AEBBD05F86A</vt:lpwstr>
  </property>
  <property fmtid="{D5CDD505-2E9C-101B-9397-08002B2CF9AE}" pid="3" name="MediaServiceImageTags">
    <vt:lpwstr/>
  </property>
</Properties>
</file>